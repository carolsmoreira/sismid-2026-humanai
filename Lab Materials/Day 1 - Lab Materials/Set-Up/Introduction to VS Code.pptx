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496" r:id="rId2"/>
    <p:sldId id="520" r:id="rId3"/>
    <p:sldId id="425" r:id="rId4"/>
    <p:sldId id="525" r:id="rId5"/>
    <p:sldId id="524" r:id="rId6"/>
    <p:sldId id="298" r:id="rId7"/>
    <p:sldId id="334" r:id="rId8"/>
    <p:sldId id="338" r:id="rId9"/>
    <p:sldId id="339" r:id="rId10"/>
    <p:sldId id="344" r:id="rId11"/>
    <p:sldId id="346" r:id="rId12"/>
    <p:sldId id="499" r:id="rId13"/>
    <p:sldId id="376" r:id="rId14"/>
    <p:sldId id="377" r:id="rId15"/>
    <p:sldId id="378" r:id="rId16"/>
    <p:sldId id="426" r:id="rId17"/>
    <p:sldId id="429" r:id="rId18"/>
    <p:sldId id="335" r:id="rId19"/>
    <p:sldId id="324" r:id="rId20"/>
    <p:sldId id="347" r:id="rId21"/>
    <p:sldId id="348" r:id="rId22"/>
    <p:sldId id="349" r:id="rId23"/>
    <p:sldId id="360" r:id="rId24"/>
    <p:sldId id="363" r:id="rId25"/>
    <p:sldId id="355" r:id="rId26"/>
    <p:sldId id="369" r:id="rId27"/>
    <p:sldId id="365" r:id="rId28"/>
    <p:sldId id="366" r:id="rId29"/>
    <p:sldId id="367" r:id="rId30"/>
    <p:sldId id="364" r:id="rId31"/>
    <p:sldId id="368" r:id="rId32"/>
    <p:sldId id="405" r:id="rId33"/>
    <p:sldId id="431" r:id="rId34"/>
    <p:sldId id="434" r:id="rId35"/>
    <p:sldId id="503" r:id="rId36"/>
    <p:sldId id="435" r:id="rId37"/>
    <p:sldId id="436" r:id="rId38"/>
    <p:sldId id="437" r:id="rId39"/>
    <p:sldId id="438" r:id="rId40"/>
    <p:sldId id="439" r:id="rId41"/>
    <p:sldId id="440" r:id="rId42"/>
    <p:sldId id="504" r:id="rId43"/>
    <p:sldId id="505" r:id="rId44"/>
    <p:sldId id="506" r:id="rId45"/>
    <p:sldId id="507" r:id="rId46"/>
    <p:sldId id="509" r:id="rId47"/>
    <p:sldId id="510" r:id="rId48"/>
    <p:sldId id="519" r:id="rId49"/>
    <p:sldId id="511" r:id="rId50"/>
    <p:sldId id="514" r:id="rId51"/>
    <p:sldId id="515" r:id="rId52"/>
    <p:sldId id="51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A1B"/>
    <a:srgbClr val="1213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1D97AD-25A5-441F-9015-FC617A5FB172}" v="2096" dt="2026-07-19T03:26:48.299"/>
    <p1510:client id="{3CC90F2C-CAF1-4FC2-B543-F367C7A21C03}" v="43" dt="2026-07-19T04:08:13.611"/>
    <p1510:client id="{984EA832-5257-474A-8BB2-67C8A340AEDC}" v="1" dt="2026-07-19T04:24:01.157"/>
    <p1510:client id="{FA840567-0825-4E58-A7E6-47B653185438}" v="4" dt="2026-07-19T04:21:34.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8CD3F0DC-5380-413B-BA1A-8DCBF15377B9}"/>
    <pc:docChg chg="custSel addSld delSld modSld">
      <pc:chgData name="ambleic@clemson.edu" userId="43615028507_tp_box_2" providerId="OAuth2" clId="{8CD3F0DC-5380-413B-BA1A-8DCBF15377B9}" dt="2026-07-17T04:05:03.212" v="73" actId="255"/>
      <pc:docMkLst>
        <pc:docMk/>
      </pc:docMkLst>
      <pc:sldChg chg="modSp mod">
        <pc:chgData name="ambleic@clemson.edu" userId="43615028507_tp_box_2" providerId="OAuth2" clId="{8CD3F0DC-5380-413B-BA1A-8DCBF15377B9}" dt="2026-07-17T04:05:03.212" v="73" actId="255"/>
        <pc:sldMkLst>
          <pc:docMk/>
          <pc:sldMk cId="907662123" sldId="334"/>
        </pc:sldMkLst>
        <pc:spChg chg="mod">
          <ac:chgData name="ambleic@clemson.edu" userId="43615028507_tp_box_2" providerId="OAuth2" clId="{8CD3F0DC-5380-413B-BA1A-8DCBF15377B9}" dt="2026-07-17T04:05:03.212" v="73" actId="255"/>
          <ac:spMkLst>
            <pc:docMk/>
            <pc:sldMk cId="907662123" sldId="334"/>
            <ac:spMk id="2" creationId="{4AB0C985-17BC-22F7-8C91-90CFE6C419DF}"/>
          </ac:spMkLst>
        </pc:spChg>
      </pc:sldChg>
      <pc:sldChg chg="modSp mod">
        <pc:chgData name="ambleic@clemson.edu" userId="43615028507_tp_box_2" providerId="OAuth2" clId="{8CD3F0DC-5380-413B-BA1A-8DCBF15377B9}" dt="2026-07-17T04:04:47.396" v="71" actId="255"/>
        <pc:sldMkLst>
          <pc:docMk/>
          <pc:sldMk cId="3567191201" sldId="335"/>
        </pc:sldMkLst>
        <pc:spChg chg="mod">
          <ac:chgData name="ambleic@clemson.edu" userId="43615028507_tp_box_2" providerId="OAuth2" clId="{8CD3F0DC-5380-413B-BA1A-8DCBF15377B9}" dt="2026-07-17T04:04:47.396" v="71" actId="255"/>
          <ac:spMkLst>
            <pc:docMk/>
            <pc:sldMk cId="3567191201" sldId="335"/>
            <ac:spMk id="2" creationId="{49688A52-6E3C-3EE9-9858-5516E2FDE67A}"/>
          </ac:spMkLst>
        </pc:spChg>
      </pc:sldChg>
      <pc:sldChg chg="modSp mod">
        <pc:chgData name="ambleic@clemson.edu" userId="43615028507_tp_box_2" providerId="OAuth2" clId="{8CD3F0DC-5380-413B-BA1A-8DCBF15377B9}" dt="2026-07-17T04:04:40.504" v="70" actId="255"/>
        <pc:sldMkLst>
          <pc:docMk/>
          <pc:sldMk cId="1079793663" sldId="360"/>
        </pc:sldMkLst>
        <pc:spChg chg="mod">
          <ac:chgData name="ambleic@clemson.edu" userId="43615028507_tp_box_2" providerId="OAuth2" clId="{8CD3F0DC-5380-413B-BA1A-8DCBF15377B9}" dt="2026-07-17T04:04:40.504" v="70" actId="255"/>
          <ac:spMkLst>
            <pc:docMk/>
            <pc:sldMk cId="1079793663" sldId="360"/>
            <ac:spMk id="2" creationId="{CC3DFF43-937B-C425-F80B-1E8494AF645F}"/>
          </ac:spMkLst>
        </pc:spChg>
      </pc:sldChg>
      <pc:sldChg chg="modAnim">
        <pc:chgData name="ambleic@clemson.edu" userId="43615028507_tp_box_2" providerId="OAuth2" clId="{8CD3F0DC-5380-413B-BA1A-8DCBF15377B9}" dt="2026-07-17T04:02:30.658" v="28"/>
        <pc:sldMkLst>
          <pc:docMk/>
          <pc:sldMk cId="2949393751" sldId="364"/>
        </pc:sldMkLst>
      </pc:sldChg>
      <pc:sldChg chg="modAnim">
        <pc:chgData name="ambleic@clemson.edu" userId="43615028507_tp_box_2" providerId="OAuth2" clId="{8CD3F0DC-5380-413B-BA1A-8DCBF15377B9}" dt="2026-07-17T04:02:10.579" v="13"/>
        <pc:sldMkLst>
          <pc:docMk/>
          <pc:sldMk cId="3168491474" sldId="365"/>
        </pc:sldMkLst>
      </pc:sldChg>
      <pc:sldChg chg="modAnim">
        <pc:chgData name="ambleic@clemson.edu" userId="43615028507_tp_box_2" providerId="OAuth2" clId="{8CD3F0DC-5380-413B-BA1A-8DCBF15377B9}" dt="2026-07-17T04:02:15.205" v="18"/>
        <pc:sldMkLst>
          <pc:docMk/>
          <pc:sldMk cId="1760486426" sldId="366"/>
        </pc:sldMkLst>
      </pc:sldChg>
      <pc:sldChg chg="modAnim">
        <pc:chgData name="ambleic@clemson.edu" userId="43615028507_tp_box_2" providerId="OAuth2" clId="{8CD3F0DC-5380-413B-BA1A-8DCBF15377B9}" dt="2026-07-17T04:02:20.081" v="23"/>
        <pc:sldMkLst>
          <pc:docMk/>
          <pc:sldMk cId="1049402691" sldId="367"/>
        </pc:sldMkLst>
      </pc:sldChg>
      <pc:sldChg chg="modAnim">
        <pc:chgData name="ambleic@clemson.edu" userId="43615028507_tp_box_2" providerId="OAuth2" clId="{8CD3F0DC-5380-413B-BA1A-8DCBF15377B9}" dt="2026-07-17T04:03:05.200" v="33"/>
        <pc:sldMkLst>
          <pc:docMk/>
          <pc:sldMk cId="221286942" sldId="368"/>
        </pc:sldMkLst>
      </pc:sldChg>
      <pc:sldChg chg="modSp mod">
        <pc:chgData name="ambleic@clemson.edu" userId="43615028507_tp_box_2" providerId="OAuth2" clId="{8CD3F0DC-5380-413B-BA1A-8DCBF15377B9}" dt="2026-07-17T04:04:33.245" v="69" actId="255"/>
        <pc:sldMkLst>
          <pc:docMk/>
          <pc:sldMk cId="1092718647" sldId="405"/>
        </pc:sldMkLst>
        <pc:spChg chg="mod">
          <ac:chgData name="ambleic@clemson.edu" userId="43615028507_tp_box_2" providerId="OAuth2" clId="{8CD3F0DC-5380-413B-BA1A-8DCBF15377B9}" dt="2026-07-17T04:04:33.245" v="69" actId="255"/>
          <ac:spMkLst>
            <pc:docMk/>
            <pc:sldMk cId="1092718647" sldId="405"/>
            <ac:spMk id="2" creationId="{C1E7C485-F39A-39C9-C059-DCE35CD7F209}"/>
          </ac:spMkLst>
        </pc:spChg>
      </pc:sldChg>
      <pc:sldChg chg="modSp">
        <pc:chgData name="ambleic@clemson.edu" userId="43615028507_tp_box_2" providerId="OAuth2" clId="{8CD3F0DC-5380-413B-BA1A-8DCBF15377B9}" dt="2026-07-17T04:01:07.474" v="8" actId="20577"/>
        <pc:sldMkLst>
          <pc:docMk/>
          <pc:sldMk cId="4128796000" sldId="429"/>
        </pc:sldMkLst>
        <pc:spChg chg="mod">
          <ac:chgData name="ambleic@clemson.edu" userId="43615028507_tp_box_2" providerId="OAuth2" clId="{8CD3F0DC-5380-413B-BA1A-8DCBF15377B9}" dt="2026-07-17T04:01:07.474" v="8" actId="20577"/>
          <ac:spMkLst>
            <pc:docMk/>
            <pc:sldMk cId="4128796000" sldId="429"/>
            <ac:spMk id="2" creationId="{F5B66CE4-0177-4BCE-1123-BE3641045AE2}"/>
          </ac:spMkLst>
        </pc:spChg>
      </pc:sldChg>
      <pc:sldChg chg="modAnim">
        <pc:chgData name="ambleic@clemson.edu" userId="43615028507_tp_box_2" providerId="OAuth2" clId="{8CD3F0DC-5380-413B-BA1A-8DCBF15377B9}" dt="2026-07-17T04:03:38.075" v="35"/>
        <pc:sldMkLst>
          <pc:docMk/>
          <pc:sldMk cId="2230219289" sldId="435"/>
        </pc:sldMkLst>
      </pc:sldChg>
      <pc:sldChg chg="modSp mod">
        <pc:chgData name="ambleic@clemson.edu" userId="43615028507_tp_box_2" providerId="OAuth2" clId="{8CD3F0DC-5380-413B-BA1A-8DCBF15377B9}" dt="2026-07-17T04:04:56.915" v="72" actId="255"/>
        <pc:sldMkLst>
          <pc:docMk/>
          <pc:sldMk cId="1237271128" sldId="499"/>
        </pc:sldMkLst>
        <pc:spChg chg="mod">
          <ac:chgData name="ambleic@clemson.edu" userId="43615028507_tp_box_2" providerId="OAuth2" clId="{8CD3F0DC-5380-413B-BA1A-8DCBF15377B9}" dt="2026-07-17T04:04:56.915" v="72" actId="255"/>
          <ac:spMkLst>
            <pc:docMk/>
            <pc:sldMk cId="1237271128" sldId="499"/>
            <ac:spMk id="2" creationId="{E7E5EF81-6EE7-36BC-E5B0-DBA11809663D}"/>
          </ac:spMkLst>
        </pc:spChg>
      </pc:sldChg>
      <pc:sldChg chg="delSp modSp new mod">
        <pc:chgData name="ambleic@clemson.edu" userId="43615028507_tp_box_2" providerId="OAuth2" clId="{8CD3F0DC-5380-413B-BA1A-8DCBF15377B9}" dt="2026-07-17T04:04:23.152" v="68" actId="12789"/>
        <pc:sldMkLst>
          <pc:docMk/>
          <pc:sldMk cId="253217490" sldId="503"/>
        </pc:sldMkLst>
        <pc:spChg chg="mod">
          <ac:chgData name="ambleic@clemson.edu" userId="43615028507_tp_box_2" providerId="OAuth2" clId="{8CD3F0DC-5380-413B-BA1A-8DCBF15377B9}" dt="2026-07-17T04:04:23.152" v="68" actId="12789"/>
          <ac:spMkLst>
            <pc:docMk/>
            <pc:sldMk cId="253217490" sldId="503"/>
            <ac:spMk id="2" creationId="{1872B5FB-C0DA-688E-250D-84C28486FFFB}"/>
          </ac:spMkLst>
        </pc:spChg>
      </pc:sldChg>
    </pc:docChg>
  </pc:docChgLst>
  <pc:docChgLst>
    <pc:chgData name="ambleic@clemson.edu" userId="43615028507_tp_box_2" providerId="OAuth2" clId="{5F4B9ABB-DEB5-4DC3-A8F9-1752A2D02C85}"/>
    <pc:docChg chg="undo custSel addSld delSld modSld sldOrd">
      <pc:chgData name="ambleic@clemson.edu" userId="43615028507_tp_box_2" providerId="OAuth2" clId="{5F4B9ABB-DEB5-4DC3-A8F9-1752A2D02C85}" dt="2026-07-19T04:24:01.157" v="3595" actId="114"/>
      <pc:docMkLst>
        <pc:docMk/>
      </pc:docMkLst>
      <pc:sldChg chg="modSp">
        <pc:chgData name="ambleic@clemson.edu" userId="43615028507_tp_box_2" providerId="OAuth2" clId="{5F4B9ABB-DEB5-4DC3-A8F9-1752A2D02C85}" dt="2026-07-19T04:06:49.471" v="3578" actId="20577"/>
        <pc:sldMkLst>
          <pc:docMk/>
          <pc:sldMk cId="2662703497" sldId="324"/>
        </pc:sldMkLst>
        <pc:spChg chg="mod">
          <ac:chgData name="ambleic@clemson.edu" userId="43615028507_tp_box_2" providerId="OAuth2" clId="{5F4B9ABB-DEB5-4DC3-A8F9-1752A2D02C85}" dt="2026-07-19T04:06:49.471" v="3578" actId="20577"/>
          <ac:spMkLst>
            <pc:docMk/>
            <pc:sldMk cId="2662703497" sldId="324"/>
            <ac:spMk id="9" creationId="{092E95AC-A3FE-1C80-10A9-3E0168C798D6}"/>
          </ac:spMkLst>
        </pc:spChg>
      </pc:sldChg>
      <pc:sldChg chg="addSp modSp mod modAnim">
        <pc:chgData name="ambleic@clemson.edu" userId="43615028507_tp_box_2" providerId="OAuth2" clId="{5F4B9ABB-DEB5-4DC3-A8F9-1752A2D02C85}" dt="2026-07-19T03:55:07.861" v="3507" actId="20577"/>
        <pc:sldMkLst>
          <pc:docMk/>
          <pc:sldMk cId="3567191201" sldId="335"/>
        </pc:sldMkLst>
        <pc:spChg chg="mod">
          <ac:chgData name="ambleic@clemson.edu" userId="43615028507_tp_box_2" providerId="OAuth2" clId="{5F4B9ABB-DEB5-4DC3-A8F9-1752A2D02C85}" dt="2026-07-19T03:55:07.861" v="3507" actId="20577"/>
          <ac:spMkLst>
            <pc:docMk/>
            <pc:sldMk cId="3567191201" sldId="335"/>
            <ac:spMk id="2" creationId="{49688A52-6E3C-3EE9-9858-5516E2FDE67A}"/>
          </ac:spMkLst>
        </pc:spChg>
        <pc:picChg chg="add mod">
          <ac:chgData name="ambleic@clemson.edu" userId="43615028507_tp_box_2" providerId="OAuth2" clId="{5F4B9ABB-DEB5-4DC3-A8F9-1752A2D02C85}" dt="2026-07-19T03:54:47.150" v="3489"/>
          <ac:picMkLst>
            <pc:docMk/>
            <pc:sldMk cId="3567191201" sldId="335"/>
            <ac:picMk id="3" creationId="{3C1F49F6-EBE7-E9EE-6526-C5F42D451D45}"/>
          </ac:picMkLst>
        </pc:picChg>
      </pc:sldChg>
      <pc:sldChg chg="modSp">
        <pc:chgData name="ambleic@clemson.edu" userId="43615028507_tp_box_2" providerId="OAuth2" clId="{5F4B9ABB-DEB5-4DC3-A8F9-1752A2D02C85}" dt="2026-07-19T04:06:20.931" v="3577" actId="20577"/>
        <pc:sldMkLst>
          <pc:docMk/>
          <pc:sldMk cId="4073748857" sldId="347"/>
        </pc:sldMkLst>
        <pc:spChg chg="mod">
          <ac:chgData name="ambleic@clemson.edu" userId="43615028507_tp_box_2" providerId="OAuth2" clId="{5F4B9ABB-DEB5-4DC3-A8F9-1752A2D02C85}" dt="2026-07-19T04:06:20.931" v="3577" actId="20577"/>
          <ac:spMkLst>
            <pc:docMk/>
            <pc:sldMk cId="4073748857" sldId="347"/>
            <ac:spMk id="5" creationId="{67BA76E9-DACD-94D6-B1C2-429B63DAFBEC}"/>
          </ac:spMkLst>
        </pc:spChg>
      </pc:sldChg>
      <pc:sldChg chg="modSp mod">
        <pc:chgData name="ambleic@clemson.edu" userId="43615028507_tp_box_2" providerId="OAuth2" clId="{5F4B9ABB-DEB5-4DC3-A8F9-1752A2D02C85}" dt="2026-07-19T04:05:58.549" v="3575" actId="20577"/>
        <pc:sldMkLst>
          <pc:docMk/>
          <pc:sldMk cId="1760486426" sldId="366"/>
        </pc:sldMkLst>
        <pc:spChg chg="mod">
          <ac:chgData name="ambleic@clemson.edu" userId="43615028507_tp_box_2" providerId="OAuth2" clId="{5F4B9ABB-DEB5-4DC3-A8F9-1752A2D02C85}" dt="2026-07-19T04:05:58.549" v="3575" actId="20577"/>
          <ac:spMkLst>
            <pc:docMk/>
            <pc:sldMk cId="1760486426" sldId="366"/>
            <ac:spMk id="22" creationId="{FD21C098-1420-9495-93F2-72BB9F46DA0E}"/>
          </ac:spMkLst>
        </pc:spChg>
        <pc:cxnChg chg="mod">
          <ac:chgData name="ambleic@clemson.edu" userId="43615028507_tp_box_2" providerId="OAuth2" clId="{5F4B9ABB-DEB5-4DC3-A8F9-1752A2D02C85}" dt="2026-07-19T04:05:58.549" v="3575" actId="20577"/>
          <ac:cxnSpMkLst>
            <pc:docMk/>
            <pc:sldMk cId="1760486426" sldId="366"/>
            <ac:cxnSpMk id="24" creationId="{A2877432-324E-48F4-D6B8-7A2B5C8F6090}"/>
          </ac:cxnSpMkLst>
        </pc:cxnChg>
      </pc:sldChg>
      <pc:sldChg chg="modSp">
        <pc:chgData name="ambleic@clemson.edu" userId="43615028507_tp_box_2" providerId="OAuth2" clId="{5F4B9ABB-DEB5-4DC3-A8F9-1752A2D02C85}" dt="2026-07-19T04:07:02.627" v="3580" actId="20577"/>
        <pc:sldMkLst>
          <pc:docMk/>
          <pc:sldMk cId="1944123655" sldId="369"/>
        </pc:sldMkLst>
        <pc:spChg chg="mod">
          <ac:chgData name="ambleic@clemson.edu" userId="43615028507_tp_box_2" providerId="OAuth2" clId="{5F4B9ABB-DEB5-4DC3-A8F9-1752A2D02C85}" dt="2026-07-19T04:07:02.627" v="3580" actId="20577"/>
          <ac:spMkLst>
            <pc:docMk/>
            <pc:sldMk cId="1944123655" sldId="369"/>
            <ac:spMk id="22" creationId="{68CF5979-1D35-3AD8-8FD8-ACF61A90BB4C}"/>
          </ac:spMkLst>
        </pc:spChg>
        <pc:cxnChg chg="mod">
          <ac:chgData name="ambleic@clemson.edu" userId="43615028507_tp_box_2" providerId="OAuth2" clId="{5F4B9ABB-DEB5-4DC3-A8F9-1752A2D02C85}" dt="2026-07-19T04:07:02.627" v="3580" actId="20577"/>
          <ac:cxnSpMkLst>
            <pc:docMk/>
            <pc:sldMk cId="1944123655" sldId="369"/>
            <ac:cxnSpMk id="24" creationId="{6EAF98E7-D5B4-2535-0D22-D9A253CDED70}"/>
          </ac:cxnSpMkLst>
        </pc:cxnChg>
      </pc:sldChg>
      <pc:sldChg chg="addSp delSp modSp mod delAnim modAnim">
        <pc:chgData name="ambleic@clemson.edu" userId="43615028507_tp_box_2" providerId="OAuth2" clId="{5F4B9ABB-DEB5-4DC3-A8F9-1752A2D02C85}" dt="2026-07-19T03:55:14.729" v="3508" actId="20577"/>
        <pc:sldMkLst>
          <pc:docMk/>
          <pc:sldMk cId="1092718647" sldId="405"/>
        </pc:sldMkLst>
        <pc:spChg chg="mod">
          <ac:chgData name="ambleic@clemson.edu" userId="43615028507_tp_box_2" providerId="OAuth2" clId="{5F4B9ABB-DEB5-4DC3-A8F9-1752A2D02C85}" dt="2026-07-19T03:55:14.729" v="3508" actId="20577"/>
          <ac:spMkLst>
            <pc:docMk/>
            <pc:sldMk cId="1092718647" sldId="405"/>
            <ac:spMk id="2" creationId="{C1E7C485-F39A-39C9-C059-DCE35CD7F209}"/>
          </ac:spMkLst>
        </pc:spChg>
        <pc:picChg chg="add del mod">
          <ac:chgData name="ambleic@clemson.edu" userId="43615028507_tp_box_2" providerId="OAuth2" clId="{5F4B9ABB-DEB5-4DC3-A8F9-1752A2D02C85}" dt="2026-07-19T03:54:54.097" v="3490" actId="478"/>
          <ac:picMkLst>
            <pc:docMk/>
            <pc:sldMk cId="1092718647" sldId="405"/>
            <ac:picMk id="3" creationId="{B2B58EF6-CAB3-E01D-9096-5E3EC1AEF59F}"/>
          </ac:picMkLst>
        </pc:picChg>
        <pc:picChg chg="add mod">
          <ac:chgData name="ambleic@clemson.edu" userId="43615028507_tp_box_2" providerId="OAuth2" clId="{5F4B9ABB-DEB5-4DC3-A8F9-1752A2D02C85}" dt="2026-07-19T03:54:55.106" v="3491"/>
          <ac:picMkLst>
            <pc:docMk/>
            <pc:sldMk cId="1092718647" sldId="405"/>
            <ac:picMk id="4" creationId="{D8B4BF7D-051C-2C08-F70C-E7BD8F76ADDC}"/>
          </ac:picMkLst>
        </pc:picChg>
      </pc:sldChg>
      <pc:sldChg chg="modSp">
        <pc:chgData name="ambleic@clemson.edu" userId="43615028507_tp_box_2" providerId="OAuth2" clId="{5F4B9ABB-DEB5-4DC3-A8F9-1752A2D02C85}" dt="2026-07-19T04:05:28.647" v="3571" actId="20577"/>
        <pc:sldMkLst>
          <pc:docMk/>
          <pc:sldMk cId="4128796000" sldId="429"/>
        </pc:sldMkLst>
        <pc:spChg chg="mod">
          <ac:chgData name="ambleic@clemson.edu" userId="43615028507_tp_box_2" providerId="OAuth2" clId="{5F4B9ABB-DEB5-4DC3-A8F9-1752A2D02C85}" dt="2026-07-19T04:05:28.647" v="3571" actId="20577"/>
          <ac:spMkLst>
            <pc:docMk/>
            <pc:sldMk cId="4128796000" sldId="429"/>
            <ac:spMk id="2" creationId="{F5B66CE4-0177-4BCE-1123-BE3641045AE2}"/>
          </ac:spMkLst>
        </pc:spChg>
      </pc:sldChg>
      <pc:sldChg chg="modSp">
        <pc:chgData name="ambleic@clemson.edu" userId="43615028507_tp_box_2" providerId="OAuth2" clId="{5F4B9ABB-DEB5-4DC3-A8F9-1752A2D02C85}" dt="2026-07-19T04:07:53.392" v="3586" actId="20577"/>
        <pc:sldMkLst>
          <pc:docMk/>
          <pc:sldMk cId="2534272829" sldId="431"/>
        </pc:sldMkLst>
        <pc:spChg chg="mod">
          <ac:chgData name="ambleic@clemson.edu" userId="43615028507_tp_box_2" providerId="OAuth2" clId="{5F4B9ABB-DEB5-4DC3-A8F9-1752A2D02C85}" dt="2026-07-19T04:07:53.392" v="3586" actId="20577"/>
          <ac:spMkLst>
            <pc:docMk/>
            <pc:sldMk cId="2534272829" sldId="431"/>
            <ac:spMk id="5" creationId="{479F9EAC-34E0-C3DD-336F-6226FF57792F}"/>
          </ac:spMkLst>
        </pc:spChg>
      </pc:sldChg>
      <pc:sldChg chg="modSp">
        <pc:chgData name="ambleic@clemson.edu" userId="43615028507_tp_box_2" providerId="OAuth2" clId="{5F4B9ABB-DEB5-4DC3-A8F9-1752A2D02C85}" dt="2026-07-19T04:21:34.561" v="3594" actId="113"/>
        <pc:sldMkLst>
          <pc:docMk/>
          <pc:sldMk cId="1703299320" sldId="434"/>
        </pc:sldMkLst>
        <pc:spChg chg="mod">
          <ac:chgData name="ambleic@clemson.edu" userId="43615028507_tp_box_2" providerId="OAuth2" clId="{5F4B9ABB-DEB5-4DC3-A8F9-1752A2D02C85}" dt="2026-07-19T04:21:34.561" v="3594" actId="113"/>
          <ac:spMkLst>
            <pc:docMk/>
            <pc:sldMk cId="1703299320" sldId="434"/>
            <ac:spMk id="4" creationId="{E9FBE7F4-B177-F81E-C8A7-25B3C0B1ABBD}"/>
          </ac:spMkLst>
        </pc:spChg>
      </pc:sldChg>
      <pc:sldChg chg="modSp mod">
        <pc:chgData name="ambleic@clemson.edu" userId="43615028507_tp_box_2" providerId="OAuth2" clId="{5F4B9ABB-DEB5-4DC3-A8F9-1752A2D02C85}" dt="2026-07-18T21:28:32.321" v="100" actId="114"/>
        <pc:sldMkLst>
          <pc:docMk/>
          <pc:sldMk cId="3579160901" sldId="436"/>
        </pc:sldMkLst>
        <pc:spChg chg="mod">
          <ac:chgData name="ambleic@clemson.edu" userId="43615028507_tp_box_2" providerId="OAuth2" clId="{5F4B9ABB-DEB5-4DC3-A8F9-1752A2D02C85}" dt="2026-07-18T21:28:32.321" v="100" actId="114"/>
          <ac:spMkLst>
            <pc:docMk/>
            <pc:sldMk cId="3579160901" sldId="436"/>
            <ac:spMk id="6" creationId="{8E84A3A2-A93E-01BF-280D-E3C049FF8B40}"/>
          </ac:spMkLst>
        </pc:spChg>
        <pc:cxnChg chg="mod">
          <ac:chgData name="ambleic@clemson.edu" userId="43615028507_tp_box_2" providerId="OAuth2" clId="{5F4B9ABB-DEB5-4DC3-A8F9-1752A2D02C85}" dt="2026-07-18T21:28:22.601" v="98" actId="1076"/>
          <ac:cxnSpMkLst>
            <pc:docMk/>
            <pc:sldMk cId="3579160901" sldId="436"/>
            <ac:cxnSpMk id="9" creationId="{10EBC567-D53C-7558-7C44-8072469EE1A2}"/>
          </ac:cxnSpMkLst>
        </pc:cxnChg>
      </pc:sldChg>
      <pc:sldChg chg="modSp">
        <pc:chgData name="ambleic@clemson.edu" userId="43615028507_tp_box_2" providerId="OAuth2" clId="{5F4B9ABB-DEB5-4DC3-A8F9-1752A2D02C85}" dt="2026-07-19T04:08:13.611" v="3590" actId="113"/>
        <pc:sldMkLst>
          <pc:docMk/>
          <pc:sldMk cId="3630450974" sldId="437"/>
        </pc:sldMkLst>
        <pc:spChg chg="mod">
          <ac:chgData name="ambleic@clemson.edu" userId="43615028507_tp_box_2" providerId="OAuth2" clId="{5F4B9ABB-DEB5-4DC3-A8F9-1752A2D02C85}" dt="2026-07-19T04:08:13.611" v="3590" actId="113"/>
          <ac:spMkLst>
            <pc:docMk/>
            <pc:sldMk cId="3630450974" sldId="437"/>
            <ac:spMk id="5" creationId="{95287046-22AF-0FCA-B672-CCC1A1AED49E}"/>
          </ac:spMkLst>
        </pc:spChg>
        <pc:cxnChg chg="mod">
          <ac:chgData name="ambleic@clemson.edu" userId="43615028507_tp_box_2" providerId="OAuth2" clId="{5F4B9ABB-DEB5-4DC3-A8F9-1752A2D02C85}" dt="2026-07-18T21:29:37.225" v="214" actId="20577"/>
          <ac:cxnSpMkLst>
            <pc:docMk/>
            <pc:sldMk cId="3630450974" sldId="437"/>
            <ac:cxnSpMk id="7" creationId="{167E113C-FEC0-5A6A-EB59-B818D2B8E9F8}"/>
          </ac:cxnSpMkLst>
        </pc:cxnChg>
      </pc:sldChg>
      <pc:sldChg chg="addSp delSp modSp mod">
        <pc:chgData name="ambleic@clemson.edu" userId="43615028507_tp_box_2" providerId="OAuth2" clId="{5F4B9ABB-DEB5-4DC3-A8F9-1752A2D02C85}" dt="2026-07-18T21:30:44.020" v="241" actId="14100"/>
        <pc:sldMkLst>
          <pc:docMk/>
          <pc:sldMk cId="3641312625" sldId="440"/>
        </pc:sldMkLst>
        <pc:spChg chg="mod">
          <ac:chgData name="ambleic@clemson.edu" userId="43615028507_tp_box_2" providerId="OAuth2" clId="{5F4B9ABB-DEB5-4DC3-A8F9-1752A2D02C85}" dt="2026-07-18T21:30:41.921" v="240" actId="14100"/>
          <ac:spMkLst>
            <pc:docMk/>
            <pc:sldMk cId="3641312625" sldId="440"/>
            <ac:spMk id="4" creationId="{6A6E1CAE-E661-36A9-48EA-B84365A101E3}"/>
          </ac:spMkLst>
        </pc:spChg>
        <pc:picChg chg="del">
          <ac:chgData name="ambleic@clemson.edu" userId="43615028507_tp_box_2" providerId="OAuth2" clId="{5F4B9ABB-DEB5-4DC3-A8F9-1752A2D02C85}" dt="2026-07-18T21:30:11.593" v="226" actId="478"/>
          <ac:picMkLst>
            <pc:docMk/>
            <pc:sldMk cId="3641312625" sldId="440"/>
            <ac:picMk id="3" creationId="{C12D5195-5BC8-DB6E-AF0D-5BA7303F2642}"/>
          </ac:picMkLst>
        </pc:picChg>
        <pc:picChg chg="add mod ord">
          <ac:chgData name="ambleic@clemson.edu" userId="43615028507_tp_box_2" providerId="OAuth2" clId="{5F4B9ABB-DEB5-4DC3-A8F9-1752A2D02C85}" dt="2026-07-18T21:30:34.526" v="233" actId="171"/>
          <ac:picMkLst>
            <pc:docMk/>
            <pc:sldMk cId="3641312625" sldId="440"/>
            <ac:picMk id="6" creationId="{04D1E51C-4F9F-4220-3EC8-32CCC4DA7E15}"/>
          </ac:picMkLst>
        </pc:picChg>
        <pc:cxnChg chg="mod">
          <ac:chgData name="ambleic@clemson.edu" userId="43615028507_tp_box_2" providerId="OAuth2" clId="{5F4B9ABB-DEB5-4DC3-A8F9-1752A2D02C85}" dt="2026-07-18T21:30:44.020" v="241" actId="14100"/>
          <ac:cxnSpMkLst>
            <pc:docMk/>
            <pc:sldMk cId="3641312625" sldId="440"/>
            <ac:cxnSpMk id="7" creationId="{72E1EE05-8931-3A0F-31B7-2AC293A17DA7}"/>
          </ac:cxnSpMkLst>
        </pc:cxnChg>
      </pc:sldChg>
      <pc:sldChg chg="modSp mod">
        <pc:chgData name="ambleic@clemson.edu" userId="43615028507_tp_box_2" providerId="OAuth2" clId="{5F4B9ABB-DEB5-4DC3-A8F9-1752A2D02C85}" dt="2026-07-19T04:05:04.882" v="3567" actId="20577"/>
        <pc:sldMkLst>
          <pc:docMk/>
          <pc:sldMk cId="3687666995" sldId="496"/>
        </pc:sldMkLst>
        <pc:spChg chg="mod">
          <ac:chgData name="ambleic@clemson.edu" userId="43615028507_tp_box_2" providerId="OAuth2" clId="{5F4B9ABB-DEB5-4DC3-A8F9-1752A2D02C85}" dt="2026-07-19T04:05:04.882" v="3567" actId="20577"/>
          <ac:spMkLst>
            <pc:docMk/>
            <pc:sldMk cId="3687666995" sldId="496"/>
            <ac:spMk id="3" creationId="{39A4178C-AE0F-47AF-7BE9-B86991376138}"/>
          </ac:spMkLst>
        </pc:spChg>
      </pc:sldChg>
      <pc:sldChg chg="addSp modSp mod modAnim">
        <pc:chgData name="ambleic@clemson.edu" userId="43615028507_tp_box_2" providerId="OAuth2" clId="{5F4B9ABB-DEB5-4DC3-A8F9-1752A2D02C85}" dt="2026-07-19T03:55:02.393" v="3499" actId="20577"/>
        <pc:sldMkLst>
          <pc:docMk/>
          <pc:sldMk cId="1237271128" sldId="499"/>
        </pc:sldMkLst>
        <pc:spChg chg="mod">
          <ac:chgData name="ambleic@clemson.edu" userId="43615028507_tp_box_2" providerId="OAuth2" clId="{5F4B9ABB-DEB5-4DC3-A8F9-1752A2D02C85}" dt="2026-07-19T03:55:02.393" v="3499" actId="20577"/>
          <ac:spMkLst>
            <pc:docMk/>
            <pc:sldMk cId="1237271128" sldId="499"/>
            <ac:spMk id="2" creationId="{E7E5EF81-6EE7-36BC-E5B0-DBA11809663D}"/>
          </ac:spMkLst>
        </pc:spChg>
        <pc:picChg chg="add mod">
          <ac:chgData name="ambleic@clemson.edu" userId="43615028507_tp_box_2" providerId="OAuth2" clId="{5F4B9ABB-DEB5-4DC3-A8F9-1752A2D02C85}" dt="2026-07-19T03:54:29.079" v="3488" actId="1076"/>
          <ac:picMkLst>
            <pc:docMk/>
            <pc:sldMk cId="1237271128" sldId="499"/>
            <ac:picMk id="3" creationId="{80DDFA06-B373-F690-C158-E893A6E8CF62}"/>
          </ac:picMkLst>
        </pc:picChg>
      </pc:sldChg>
      <pc:sldChg chg="modSp del mod ord">
        <pc:chgData name="ambleic@clemson.edu" userId="43615028507_tp_box_2" providerId="OAuth2" clId="{5F4B9ABB-DEB5-4DC3-A8F9-1752A2D02C85}" dt="2026-07-19T03:28:56.710" v="3283"/>
        <pc:sldMkLst>
          <pc:docMk/>
          <pc:sldMk cId="838839178" sldId="501"/>
        </pc:sldMkLst>
        <pc:spChg chg="mod">
          <ac:chgData name="ambleic@clemson.edu" userId="43615028507_tp_box_2" providerId="OAuth2" clId="{5F4B9ABB-DEB5-4DC3-A8F9-1752A2D02C85}" dt="2026-07-18T23:25:30.303" v="1210" actId="1076"/>
          <ac:spMkLst>
            <pc:docMk/>
            <pc:sldMk cId="838839178" sldId="501"/>
            <ac:spMk id="3" creationId="{38CFCFA4-6414-D3C2-2637-E4DB7977EB5E}"/>
          </ac:spMkLst>
        </pc:spChg>
        <pc:graphicFrameChg chg="mod modGraphic">
          <ac:chgData name="ambleic@clemson.edu" userId="43615028507_tp_box_2" providerId="OAuth2" clId="{5F4B9ABB-DEB5-4DC3-A8F9-1752A2D02C85}" dt="2026-07-18T23:26:44.004" v="1281" actId="20577"/>
          <ac:graphicFrameMkLst>
            <pc:docMk/>
            <pc:sldMk cId="838839178" sldId="501"/>
            <ac:graphicFrameMk id="7" creationId="{67FA3C47-38BF-4381-9A13-2A6F8DC32BCE}"/>
          </ac:graphicFrameMkLst>
        </pc:graphicFrameChg>
      </pc:sldChg>
      <pc:sldChg chg="addSp modSp new mod modAnim">
        <pc:chgData name="ambleic@clemson.edu" userId="43615028507_tp_box_2" providerId="OAuth2" clId="{5F4B9ABB-DEB5-4DC3-A8F9-1752A2D02C85}" dt="2026-07-19T03:53:58.190" v="3484" actId="20577"/>
        <pc:sldMkLst>
          <pc:docMk/>
          <pc:sldMk cId="3111284728" sldId="504"/>
        </pc:sldMkLst>
        <pc:spChg chg="add mod">
          <ac:chgData name="ambleic@clemson.edu" userId="43615028507_tp_box_2" providerId="OAuth2" clId="{5F4B9ABB-DEB5-4DC3-A8F9-1752A2D02C85}" dt="2026-07-18T21:31:21.648" v="251" actId="208"/>
          <ac:spMkLst>
            <pc:docMk/>
            <pc:sldMk cId="3111284728" sldId="504"/>
            <ac:spMk id="4" creationId="{FD563345-3CA1-3B7B-E57D-A0721F8D4BFE}"/>
          </ac:spMkLst>
        </pc:spChg>
        <pc:spChg chg="add mod">
          <ac:chgData name="ambleic@clemson.edu" userId="43615028507_tp_box_2" providerId="OAuth2" clId="{5F4B9ABB-DEB5-4DC3-A8F9-1752A2D02C85}" dt="2026-07-19T03:53:58.190" v="3484" actId="20577"/>
          <ac:spMkLst>
            <pc:docMk/>
            <pc:sldMk cId="3111284728" sldId="504"/>
            <ac:spMk id="8" creationId="{ADE67C87-E411-AECB-5215-1E5C8E78FD19}"/>
          </ac:spMkLst>
        </pc:spChg>
        <pc:picChg chg="add mod">
          <ac:chgData name="ambleic@clemson.edu" userId="43615028507_tp_box_2" providerId="OAuth2" clId="{5F4B9ABB-DEB5-4DC3-A8F9-1752A2D02C85}" dt="2026-07-18T21:30:53.428" v="244" actId="12789"/>
          <ac:picMkLst>
            <pc:docMk/>
            <pc:sldMk cId="3111284728" sldId="504"/>
            <ac:picMk id="3" creationId="{C18D2C6A-8D50-25F4-50D7-72C3F355903A}"/>
          </ac:picMkLst>
        </pc:picChg>
        <pc:cxnChg chg="add mod">
          <ac:chgData name="ambleic@clemson.edu" userId="43615028507_tp_box_2" providerId="OAuth2" clId="{5F4B9ABB-DEB5-4DC3-A8F9-1752A2D02C85}" dt="2026-07-18T21:33:48.747" v="569" actId="1582"/>
          <ac:cxnSpMkLst>
            <pc:docMk/>
            <pc:sldMk cId="3111284728" sldId="504"/>
            <ac:cxnSpMk id="6" creationId="{936629C2-3652-A66A-064C-2874A1D92C4E}"/>
          </ac:cxnSpMkLst>
        </pc:cxnChg>
      </pc:sldChg>
      <pc:sldChg chg="addSp modSp new mod modAnim">
        <pc:chgData name="ambleic@clemson.edu" userId="43615028507_tp_box_2" providerId="OAuth2" clId="{5F4B9ABB-DEB5-4DC3-A8F9-1752A2D02C85}" dt="2026-07-18T21:36:38.968" v="649"/>
        <pc:sldMkLst>
          <pc:docMk/>
          <pc:sldMk cId="3106432338" sldId="505"/>
        </pc:sldMkLst>
        <pc:spChg chg="add mod">
          <ac:chgData name="ambleic@clemson.edu" userId="43615028507_tp_box_2" providerId="OAuth2" clId="{5F4B9ABB-DEB5-4DC3-A8F9-1752A2D02C85}" dt="2026-07-18T21:34:47.769" v="631" actId="114"/>
          <ac:spMkLst>
            <pc:docMk/>
            <pc:sldMk cId="3106432338" sldId="505"/>
            <ac:spMk id="4" creationId="{600CCE18-7FFE-9013-F310-36878378EA52}"/>
          </ac:spMkLst>
        </pc:spChg>
        <pc:spChg chg="add mod">
          <ac:chgData name="ambleic@clemson.edu" userId="43615028507_tp_box_2" providerId="OAuth2" clId="{5F4B9ABB-DEB5-4DC3-A8F9-1752A2D02C85}" dt="2026-07-18T21:35:02.315" v="635" actId="207"/>
          <ac:spMkLst>
            <pc:docMk/>
            <pc:sldMk cId="3106432338" sldId="505"/>
            <ac:spMk id="5" creationId="{75C4C070-8783-BDEB-E73E-52969494C34D}"/>
          </ac:spMkLst>
        </pc:spChg>
        <pc:spChg chg="add mod">
          <ac:chgData name="ambleic@clemson.edu" userId="43615028507_tp_box_2" providerId="OAuth2" clId="{5F4B9ABB-DEB5-4DC3-A8F9-1752A2D02C85}" dt="2026-07-18T21:35:09.914" v="638" actId="14100"/>
          <ac:spMkLst>
            <pc:docMk/>
            <pc:sldMk cId="3106432338" sldId="505"/>
            <ac:spMk id="7" creationId="{7E53863F-CDFD-33EC-942C-5F885362B122}"/>
          </ac:spMkLst>
        </pc:spChg>
        <pc:picChg chg="add mod">
          <ac:chgData name="ambleic@clemson.edu" userId="43615028507_tp_box_2" providerId="OAuth2" clId="{5F4B9ABB-DEB5-4DC3-A8F9-1752A2D02C85}" dt="2026-07-18T21:34:06.453" v="572" actId="12789"/>
          <ac:picMkLst>
            <pc:docMk/>
            <pc:sldMk cId="3106432338" sldId="505"/>
            <ac:picMk id="3" creationId="{CCB29843-2FE2-DF5E-6804-ECE24D41537C}"/>
          </ac:picMkLst>
        </pc:picChg>
        <pc:cxnChg chg="add mod">
          <ac:chgData name="ambleic@clemson.edu" userId="43615028507_tp_box_2" providerId="OAuth2" clId="{5F4B9ABB-DEB5-4DC3-A8F9-1752A2D02C85}" dt="2026-07-18T21:35:22.641" v="641" actId="208"/>
          <ac:cxnSpMkLst>
            <pc:docMk/>
            <pc:sldMk cId="3106432338" sldId="505"/>
            <ac:cxnSpMk id="9" creationId="{5484B105-C06A-6F8B-B22A-731DC349D65D}"/>
          </ac:cxnSpMkLst>
        </pc:cxnChg>
        <pc:cxnChg chg="add mod">
          <ac:chgData name="ambleic@clemson.edu" userId="43615028507_tp_box_2" providerId="OAuth2" clId="{5F4B9ABB-DEB5-4DC3-A8F9-1752A2D02C85}" dt="2026-07-18T21:35:34.555" v="644" actId="208"/>
          <ac:cxnSpMkLst>
            <pc:docMk/>
            <pc:sldMk cId="3106432338" sldId="505"/>
            <ac:cxnSpMk id="11" creationId="{F09A83F3-F163-28BE-668B-E2305A0E2B9D}"/>
          </ac:cxnSpMkLst>
        </pc:cxnChg>
      </pc:sldChg>
      <pc:sldChg chg="addSp new del mod">
        <pc:chgData name="ambleic@clemson.edu" userId="43615028507_tp_box_2" providerId="OAuth2" clId="{5F4B9ABB-DEB5-4DC3-A8F9-1752A2D02C85}" dt="2026-07-18T22:58:33.172" v="654" actId="47"/>
        <pc:sldMkLst>
          <pc:docMk/>
          <pc:sldMk cId="880603787" sldId="506"/>
        </pc:sldMkLst>
        <pc:picChg chg="add">
          <ac:chgData name="ambleic@clemson.edu" userId="43615028507_tp_box_2" providerId="OAuth2" clId="{5F4B9ABB-DEB5-4DC3-A8F9-1752A2D02C85}" dt="2026-07-18T22:36:16.350" v="651" actId="22"/>
          <ac:picMkLst>
            <pc:docMk/>
            <pc:sldMk cId="880603787" sldId="506"/>
            <ac:picMk id="3" creationId="{9ED01F6A-92B3-DDAB-64BA-1B81B47F5AC5}"/>
          </ac:picMkLst>
        </pc:picChg>
      </pc:sldChg>
      <pc:sldChg chg="addSp delSp modSp new mod modClrScheme delAnim modAnim chgLayout">
        <pc:chgData name="ambleic@clemson.edu" userId="43615028507_tp_box_2" providerId="OAuth2" clId="{5F4B9ABB-DEB5-4DC3-A8F9-1752A2D02C85}" dt="2026-07-19T04:06:12.063" v="3576" actId="20577"/>
        <pc:sldMkLst>
          <pc:docMk/>
          <pc:sldMk cId="3158798050" sldId="506"/>
        </pc:sldMkLst>
        <pc:spChg chg="add mod ord">
          <ac:chgData name="ambleic@clemson.edu" userId="43615028507_tp_box_2" providerId="OAuth2" clId="{5F4B9ABB-DEB5-4DC3-A8F9-1752A2D02C85}" dt="2026-07-19T03:55:19.695" v="3509" actId="20577"/>
          <ac:spMkLst>
            <pc:docMk/>
            <pc:sldMk cId="3158798050" sldId="506"/>
            <ac:spMk id="4" creationId="{06EDAED8-F607-E8DF-5CC5-AA486A53D10F}"/>
          </ac:spMkLst>
        </pc:spChg>
        <pc:spChg chg="add del mod ord">
          <ac:chgData name="ambleic@clemson.edu" userId="43615028507_tp_box_2" providerId="OAuth2" clId="{5F4B9ABB-DEB5-4DC3-A8F9-1752A2D02C85}" dt="2026-07-18T23:18:19.996" v="712" actId="478"/>
          <ac:spMkLst>
            <pc:docMk/>
            <pc:sldMk cId="3158798050" sldId="506"/>
            <ac:spMk id="5" creationId="{961FA505-6706-2E79-8598-DB799A5D3558}"/>
          </ac:spMkLst>
        </pc:spChg>
        <pc:spChg chg="add mod">
          <ac:chgData name="ambleic@clemson.edu" userId="43615028507_tp_box_2" providerId="OAuth2" clId="{5F4B9ABB-DEB5-4DC3-A8F9-1752A2D02C85}" dt="2026-07-19T04:06:12.063" v="3576" actId="20577"/>
          <ac:spMkLst>
            <pc:docMk/>
            <pc:sldMk cId="3158798050" sldId="506"/>
            <ac:spMk id="7" creationId="{D83AE9EE-F372-6B5D-AE1D-30DF61982ECA}"/>
          </ac:spMkLst>
        </pc:spChg>
        <pc:spChg chg="add mod">
          <ac:chgData name="ambleic@clemson.edu" userId="43615028507_tp_box_2" providerId="OAuth2" clId="{5F4B9ABB-DEB5-4DC3-A8F9-1752A2D02C85}" dt="2026-07-19T02:59:25.019" v="1307" actId="1076"/>
          <ac:spMkLst>
            <pc:docMk/>
            <pc:sldMk cId="3158798050" sldId="506"/>
            <ac:spMk id="8" creationId="{1A698715-7AD5-04E8-A728-71898A782402}"/>
          </ac:spMkLst>
        </pc:spChg>
        <pc:picChg chg="add mod">
          <ac:chgData name="ambleic@clemson.edu" userId="43615028507_tp_box_2" providerId="OAuth2" clId="{5F4B9ABB-DEB5-4DC3-A8F9-1752A2D02C85}" dt="2026-07-19T03:55:27.574" v="3511"/>
          <ac:picMkLst>
            <pc:docMk/>
            <pc:sldMk cId="3158798050" sldId="506"/>
            <ac:picMk id="2" creationId="{4B29FC4E-90E0-D0C6-2DBE-027EF19D67E0}"/>
          </ac:picMkLst>
        </pc:picChg>
        <pc:picChg chg="add mod">
          <ac:chgData name="ambleic@clemson.edu" userId="43615028507_tp_box_2" providerId="OAuth2" clId="{5F4B9ABB-DEB5-4DC3-A8F9-1752A2D02C85}" dt="2026-07-19T02:59:21.417" v="1306" actId="12788"/>
          <ac:picMkLst>
            <pc:docMk/>
            <pc:sldMk cId="3158798050" sldId="506"/>
            <ac:picMk id="3" creationId="{99BBAE8D-E0B7-93AE-E12B-BC6F099C075C}"/>
          </ac:picMkLst>
        </pc:picChg>
        <pc:picChg chg="add del mod">
          <ac:chgData name="ambleic@clemson.edu" userId="43615028507_tp_box_2" providerId="OAuth2" clId="{5F4B9ABB-DEB5-4DC3-A8F9-1752A2D02C85}" dt="2026-07-19T03:55:24.900" v="3510" actId="478"/>
          <ac:picMkLst>
            <pc:docMk/>
            <pc:sldMk cId="3158798050" sldId="506"/>
            <ac:picMk id="13" creationId="{0FF5C58F-D5A7-81C1-2278-0154A6BD394B}"/>
          </ac:picMkLst>
        </pc:picChg>
        <pc:cxnChg chg="add mod">
          <ac:chgData name="ambleic@clemson.edu" userId="43615028507_tp_box_2" providerId="OAuth2" clId="{5F4B9ABB-DEB5-4DC3-A8F9-1752A2D02C85}" dt="2026-07-19T02:59:27.976" v="1308" actId="1076"/>
          <ac:cxnSpMkLst>
            <pc:docMk/>
            <pc:sldMk cId="3158798050" sldId="506"/>
            <ac:cxnSpMk id="10" creationId="{58488829-4C6E-72E9-0246-08E192EDA71A}"/>
          </ac:cxnSpMkLst>
        </pc:cxnChg>
      </pc:sldChg>
      <pc:sldChg chg="addSp new del mod">
        <pc:chgData name="ambleic@clemson.edu" userId="43615028507_tp_box_2" providerId="OAuth2" clId="{5F4B9ABB-DEB5-4DC3-A8F9-1752A2D02C85}" dt="2026-07-18T22:58:34.351" v="655" actId="47"/>
        <pc:sldMkLst>
          <pc:docMk/>
          <pc:sldMk cId="3558850938" sldId="507"/>
        </pc:sldMkLst>
        <pc:picChg chg="add">
          <ac:chgData name="ambleic@clemson.edu" userId="43615028507_tp_box_2" providerId="OAuth2" clId="{5F4B9ABB-DEB5-4DC3-A8F9-1752A2D02C85}" dt="2026-07-18T22:40:11.979" v="653" actId="22"/>
          <ac:picMkLst>
            <pc:docMk/>
            <pc:sldMk cId="3558850938" sldId="507"/>
            <ac:picMk id="3" creationId="{4BC4CFA2-9153-906D-35AC-7F5573213A85}"/>
          </ac:picMkLst>
        </pc:picChg>
      </pc:sldChg>
      <pc:sldChg chg="addSp modSp new mod modAnim">
        <pc:chgData name="ambleic@clemson.edu" userId="43615028507_tp_box_2" providerId="OAuth2" clId="{5F4B9ABB-DEB5-4DC3-A8F9-1752A2D02C85}" dt="2026-07-19T03:52:55.056" v="3464" actId="20577"/>
        <pc:sldMkLst>
          <pc:docMk/>
          <pc:sldMk cId="3745797166" sldId="507"/>
        </pc:sldMkLst>
        <pc:spChg chg="add mod">
          <ac:chgData name="ambleic@clemson.edu" userId="43615028507_tp_box_2" providerId="OAuth2" clId="{5F4B9ABB-DEB5-4DC3-A8F9-1752A2D02C85}" dt="2026-07-19T03:52:55.056" v="3464" actId="20577"/>
          <ac:spMkLst>
            <pc:docMk/>
            <pc:sldMk cId="3745797166" sldId="507"/>
            <ac:spMk id="5" creationId="{F60E51F3-CD4C-3E39-70F1-319E9D0F1FE6}"/>
          </ac:spMkLst>
        </pc:spChg>
        <pc:spChg chg="add mod">
          <ac:chgData name="ambleic@clemson.edu" userId="43615028507_tp_box_2" providerId="OAuth2" clId="{5F4B9ABB-DEB5-4DC3-A8F9-1752A2D02C85}" dt="2026-07-19T03:02:13.935" v="1627" actId="1036"/>
          <ac:spMkLst>
            <pc:docMk/>
            <pc:sldMk cId="3745797166" sldId="507"/>
            <ac:spMk id="6" creationId="{F8115CC5-BFC7-06B9-C95F-394CA3BF3836}"/>
          </ac:spMkLst>
        </pc:spChg>
        <pc:picChg chg="add mod">
          <ac:chgData name="ambleic@clemson.edu" userId="43615028507_tp_box_2" providerId="OAuth2" clId="{5F4B9ABB-DEB5-4DC3-A8F9-1752A2D02C85}" dt="2026-07-18T23:23:10.772" v="1179" actId="1076"/>
          <ac:picMkLst>
            <pc:docMk/>
            <pc:sldMk cId="3745797166" sldId="507"/>
            <ac:picMk id="3" creationId="{A6008DD9-CAFF-E972-640B-B07C51F8CF23}"/>
          </ac:picMkLst>
        </pc:picChg>
        <pc:cxnChg chg="add mod">
          <ac:chgData name="ambleic@clemson.edu" userId="43615028507_tp_box_2" providerId="OAuth2" clId="{5F4B9ABB-DEB5-4DC3-A8F9-1752A2D02C85}" dt="2026-07-19T03:02:35.408" v="1634" actId="1582"/>
          <ac:cxnSpMkLst>
            <pc:docMk/>
            <pc:sldMk cId="3745797166" sldId="507"/>
            <ac:cxnSpMk id="8" creationId="{090751C4-8EDE-3C61-3713-46548F86BC32}"/>
          </ac:cxnSpMkLst>
        </pc:cxnChg>
      </pc:sldChg>
      <pc:sldChg chg="addSp modSp new del mod">
        <pc:chgData name="ambleic@clemson.edu" userId="43615028507_tp_box_2" providerId="OAuth2" clId="{5F4B9ABB-DEB5-4DC3-A8F9-1752A2D02C85}" dt="2026-07-19T03:02:57.568" v="1638" actId="47"/>
        <pc:sldMkLst>
          <pc:docMk/>
          <pc:sldMk cId="1193582030" sldId="508"/>
        </pc:sldMkLst>
        <pc:picChg chg="add mod">
          <ac:chgData name="ambleic@clemson.edu" userId="43615028507_tp_box_2" providerId="OAuth2" clId="{5F4B9ABB-DEB5-4DC3-A8F9-1752A2D02C85}" dt="2026-07-18T23:16:52.898" v="688" actId="1076"/>
          <ac:picMkLst>
            <pc:docMk/>
            <pc:sldMk cId="1193582030" sldId="508"/>
            <ac:picMk id="3" creationId="{E786C09F-30D8-B627-4B9D-1E9C2B3C52B6}"/>
          </ac:picMkLst>
        </pc:picChg>
      </pc:sldChg>
      <pc:sldChg chg="addSp delSp modSp new mod ord modAnim">
        <pc:chgData name="ambleic@clemson.edu" userId="43615028507_tp_box_2" providerId="OAuth2" clId="{5F4B9ABB-DEB5-4DC3-A8F9-1752A2D02C85}" dt="2026-07-19T03:53:10.643" v="3470" actId="114"/>
        <pc:sldMkLst>
          <pc:docMk/>
          <pc:sldMk cId="1078547395" sldId="509"/>
        </pc:sldMkLst>
        <pc:spChg chg="add mod">
          <ac:chgData name="ambleic@clemson.edu" userId="43615028507_tp_box_2" providerId="OAuth2" clId="{5F4B9ABB-DEB5-4DC3-A8F9-1752A2D02C85}" dt="2026-07-19T03:53:10.643" v="3470" actId="114"/>
          <ac:spMkLst>
            <pc:docMk/>
            <pc:sldMk cId="1078547395" sldId="509"/>
            <ac:spMk id="4" creationId="{4B9EC68C-5089-5C89-4DAD-086974B52634}"/>
          </ac:spMkLst>
        </pc:spChg>
        <pc:spChg chg="add mod">
          <ac:chgData name="ambleic@clemson.edu" userId="43615028507_tp_box_2" providerId="OAuth2" clId="{5F4B9ABB-DEB5-4DC3-A8F9-1752A2D02C85}" dt="2026-07-19T03:06:09.556" v="2020" actId="14100"/>
          <ac:spMkLst>
            <pc:docMk/>
            <pc:sldMk cId="1078547395" sldId="509"/>
            <ac:spMk id="5" creationId="{B78FC826-FCFA-6E1F-BA19-5D8365733741}"/>
          </ac:spMkLst>
        </pc:spChg>
        <pc:picChg chg="add mod">
          <ac:chgData name="ambleic@clemson.edu" userId="43615028507_tp_box_2" providerId="OAuth2" clId="{5F4B9ABB-DEB5-4DC3-A8F9-1752A2D02C85}" dt="2026-07-19T03:03:05.721" v="1642" actId="1076"/>
          <ac:picMkLst>
            <pc:docMk/>
            <pc:sldMk cId="1078547395" sldId="509"/>
            <ac:picMk id="3" creationId="{3E49D856-402C-4778-5DDB-1288D9FCF751}"/>
          </ac:picMkLst>
        </pc:picChg>
        <pc:cxnChg chg="add del mod">
          <ac:chgData name="ambleic@clemson.edu" userId="43615028507_tp_box_2" providerId="OAuth2" clId="{5F4B9ABB-DEB5-4DC3-A8F9-1752A2D02C85}" dt="2026-07-19T03:06:38.411" v="2028" actId="478"/>
          <ac:cxnSpMkLst>
            <pc:docMk/>
            <pc:sldMk cId="1078547395" sldId="509"/>
            <ac:cxnSpMk id="7" creationId="{9A226951-38A5-8497-D48B-2F23195A11D5}"/>
          </ac:cxnSpMkLst>
        </pc:cxnChg>
        <pc:cxnChg chg="add mod">
          <ac:chgData name="ambleic@clemson.edu" userId="43615028507_tp_box_2" providerId="OAuth2" clId="{5F4B9ABB-DEB5-4DC3-A8F9-1752A2D02C85}" dt="2026-07-19T03:06:50.581" v="2031" actId="208"/>
          <ac:cxnSpMkLst>
            <pc:docMk/>
            <pc:sldMk cId="1078547395" sldId="509"/>
            <ac:cxnSpMk id="15" creationId="{FEABA674-52F7-8BE8-3B6B-FA210A95E584}"/>
          </ac:cxnSpMkLst>
        </pc:cxnChg>
      </pc:sldChg>
      <pc:sldChg chg="addSp modSp new mod modAnim">
        <pc:chgData name="ambleic@clemson.edu" userId="43615028507_tp_box_2" providerId="OAuth2" clId="{5F4B9ABB-DEB5-4DC3-A8F9-1752A2D02C85}" dt="2026-07-19T03:52:11.382" v="3456" actId="20577"/>
        <pc:sldMkLst>
          <pc:docMk/>
          <pc:sldMk cId="653646773" sldId="510"/>
        </pc:sldMkLst>
        <pc:spChg chg="add mod">
          <ac:chgData name="ambleic@clemson.edu" userId="43615028507_tp_box_2" providerId="OAuth2" clId="{5F4B9ABB-DEB5-4DC3-A8F9-1752A2D02C85}" dt="2026-07-19T03:52:11.382" v="3456" actId="20577"/>
          <ac:spMkLst>
            <pc:docMk/>
            <pc:sldMk cId="653646773" sldId="510"/>
            <ac:spMk id="4" creationId="{41EB224C-306B-7158-2FB5-3915EB174DDB}"/>
          </ac:spMkLst>
        </pc:spChg>
        <pc:spChg chg="add mod">
          <ac:chgData name="ambleic@clemson.edu" userId="43615028507_tp_box_2" providerId="OAuth2" clId="{5F4B9ABB-DEB5-4DC3-A8F9-1752A2D02C85}" dt="2026-07-19T03:08:43.603" v="2258" actId="14100"/>
          <ac:spMkLst>
            <pc:docMk/>
            <pc:sldMk cId="653646773" sldId="510"/>
            <ac:spMk id="5" creationId="{2A206EB7-3427-CE9C-65CD-A906F9FC4C77}"/>
          </ac:spMkLst>
        </pc:spChg>
        <pc:picChg chg="add mod">
          <ac:chgData name="ambleic@clemson.edu" userId="43615028507_tp_box_2" providerId="OAuth2" clId="{5F4B9ABB-DEB5-4DC3-A8F9-1752A2D02C85}" dt="2026-07-19T03:07:06.065" v="2034" actId="1076"/>
          <ac:picMkLst>
            <pc:docMk/>
            <pc:sldMk cId="653646773" sldId="510"/>
            <ac:picMk id="3" creationId="{A797A3C1-E8FA-83CD-7DF8-883A13827FEC}"/>
          </ac:picMkLst>
        </pc:picChg>
        <pc:cxnChg chg="add mod">
          <ac:chgData name="ambleic@clemson.edu" userId="43615028507_tp_box_2" providerId="OAuth2" clId="{5F4B9ABB-DEB5-4DC3-A8F9-1752A2D02C85}" dt="2026-07-19T03:08:58.683" v="2261" actId="208"/>
          <ac:cxnSpMkLst>
            <pc:docMk/>
            <pc:sldMk cId="653646773" sldId="510"/>
            <ac:cxnSpMk id="7" creationId="{032E890D-66CE-C052-F8B8-BCAAE957BACE}"/>
          </ac:cxnSpMkLst>
        </pc:cxnChg>
      </pc:sldChg>
      <pc:sldChg chg="addSp modSp new mod modAnim">
        <pc:chgData name="ambleic@clemson.edu" userId="43615028507_tp_box_2" providerId="OAuth2" clId="{5F4B9ABB-DEB5-4DC3-A8F9-1752A2D02C85}" dt="2026-07-19T03:15:19.999" v="2593"/>
        <pc:sldMkLst>
          <pc:docMk/>
          <pc:sldMk cId="3593028637" sldId="511"/>
        </pc:sldMkLst>
        <pc:spChg chg="add mod">
          <ac:chgData name="ambleic@clemson.edu" userId="43615028507_tp_box_2" providerId="OAuth2" clId="{5F4B9ABB-DEB5-4DC3-A8F9-1752A2D02C85}" dt="2026-07-19T03:14:38.399" v="2584" actId="114"/>
          <ac:spMkLst>
            <pc:docMk/>
            <pc:sldMk cId="3593028637" sldId="511"/>
            <ac:spMk id="4" creationId="{436BB57C-113F-84C3-1D2A-DFEAFC1B161A}"/>
          </ac:spMkLst>
        </pc:spChg>
        <pc:spChg chg="add mod">
          <ac:chgData name="ambleic@clemson.edu" userId="43615028507_tp_box_2" providerId="OAuth2" clId="{5F4B9ABB-DEB5-4DC3-A8F9-1752A2D02C85}" dt="2026-07-19T03:15:03.475" v="2589" actId="207"/>
          <ac:spMkLst>
            <pc:docMk/>
            <pc:sldMk cId="3593028637" sldId="511"/>
            <ac:spMk id="5" creationId="{702800CC-1772-2767-92BE-A8FB71EB4A8F}"/>
          </ac:spMkLst>
        </pc:spChg>
        <pc:picChg chg="add mod">
          <ac:chgData name="ambleic@clemson.edu" userId="43615028507_tp_box_2" providerId="OAuth2" clId="{5F4B9ABB-DEB5-4DC3-A8F9-1752A2D02C85}" dt="2026-07-18T23:17:28.261" v="697" actId="12789"/>
          <ac:picMkLst>
            <pc:docMk/>
            <pc:sldMk cId="3593028637" sldId="511"/>
            <ac:picMk id="3" creationId="{B0647FC4-470C-85AA-2E7F-CE418D141EB1}"/>
          </ac:picMkLst>
        </pc:picChg>
        <pc:cxnChg chg="add mod">
          <ac:chgData name="ambleic@clemson.edu" userId="43615028507_tp_box_2" providerId="OAuth2" clId="{5F4B9ABB-DEB5-4DC3-A8F9-1752A2D02C85}" dt="2026-07-19T03:15:14.483" v="2592" actId="1582"/>
          <ac:cxnSpMkLst>
            <pc:docMk/>
            <pc:sldMk cId="3593028637" sldId="511"/>
            <ac:cxnSpMk id="7" creationId="{42119138-8297-37E8-1123-A06D19E9EC42}"/>
          </ac:cxnSpMkLst>
        </pc:cxnChg>
      </pc:sldChg>
      <pc:sldChg chg="new del">
        <pc:chgData name="ambleic@clemson.edu" userId="43615028507_tp_box_2" providerId="OAuth2" clId="{5F4B9ABB-DEB5-4DC3-A8F9-1752A2D02C85}" dt="2026-07-18T23:13:20.904" v="670" actId="47"/>
        <pc:sldMkLst>
          <pc:docMk/>
          <pc:sldMk cId="1478629868" sldId="512"/>
        </pc:sldMkLst>
      </pc:sldChg>
      <pc:sldChg chg="modSp add del mod">
        <pc:chgData name="ambleic@clemson.edu" userId="43615028507_tp_box_2" providerId="OAuth2" clId="{5F4B9ABB-DEB5-4DC3-A8F9-1752A2D02C85}" dt="2026-07-19T03:10:37.540" v="2316" actId="47"/>
        <pc:sldMkLst>
          <pc:docMk/>
          <pc:sldMk cId="4037604770" sldId="513"/>
        </pc:sldMkLst>
        <pc:picChg chg="mod">
          <ac:chgData name="ambleic@clemson.edu" userId="43615028507_tp_box_2" providerId="OAuth2" clId="{5F4B9ABB-DEB5-4DC3-A8F9-1752A2D02C85}" dt="2026-07-18T23:17:35.821" v="701" actId="12789"/>
          <ac:picMkLst>
            <pc:docMk/>
            <pc:sldMk cId="4037604770" sldId="513"/>
            <ac:picMk id="3" creationId="{F371FD2C-D269-2D8A-E62B-38F13B69984C}"/>
          </ac:picMkLst>
        </pc:picChg>
      </pc:sldChg>
      <pc:sldChg chg="addSp modSp new mod modAnim">
        <pc:chgData name="ambleic@clemson.edu" userId="43615028507_tp_box_2" providerId="OAuth2" clId="{5F4B9ABB-DEB5-4DC3-A8F9-1752A2D02C85}" dt="2026-07-19T03:16:56.866" v="2723" actId="20577"/>
        <pc:sldMkLst>
          <pc:docMk/>
          <pc:sldMk cId="2745467619" sldId="514"/>
        </pc:sldMkLst>
        <pc:spChg chg="add mod">
          <ac:chgData name="ambleic@clemson.edu" userId="43615028507_tp_box_2" providerId="OAuth2" clId="{5F4B9ABB-DEB5-4DC3-A8F9-1752A2D02C85}" dt="2026-07-19T03:16:56.866" v="2723" actId="20577"/>
          <ac:spMkLst>
            <pc:docMk/>
            <pc:sldMk cId="2745467619" sldId="514"/>
            <ac:spMk id="4" creationId="{08C507B1-0229-444C-C17B-538000D069F9}"/>
          </ac:spMkLst>
        </pc:spChg>
        <pc:spChg chg="add mod">
          <ac:chgData name="ambleic@clemson.edu" userId="43615028507_tp_box_2" providerId="OAuth2" clId="{5F4B9ABB-DEB5-4DC3-A8F9-1752A2D02C85}" dt="2026-07-19T03:16:43.309" v="2719" actId="1076"/>
          <ac:spMkLst>
            <pc:docMk/>
            <pc:sldMk cId="2745467619" sldId="514"/>
            <ac:spMk id="5" creationId="{30E49F43-9B3C-9EAF-CA77-697C10B547F9}"/>
          </ac:spMkLst>
        </pc:spChg>
        <pc:picChg chg="add mod">
          <ac:chgData name="ambleic@clemson.edu" userId="43615028507_tp_box_2" providerId="OAuth2" clId="{5F4B9ABB-DEB5-4DC3-A8F9-1752A2D02C85}" dt="2026-07-18T23:17:48.474" v="704" actId="12789"/>
          <ac:picMkLst>
            <pc:docMk/>
            <pc:sldMk cId="2745467619" sldId="514"/>
            <ac:picMk id="3" creationId="{2CDF73F8-E031-3C68-AABC-0FA50E21D041}"/>
          </ac:picMkLst>
        </pc:picChg>
        <pc:cxnChg chg="add mod">
          <ac:chgData name="ambleic@clemson.edu" userId="43615028507_tp_box_2" providerId="OAuth2" clId="{5F4B9ABB-DEB5-4DC3-A8F9-1752A2D02C85}" dt="2026-07-19T03:16:56.866" v="2723" actId="20577"/>
          <ac:cxnSpMkLst>
            <pc:docMk/>
            <pc:sldMk cId="2745467619" sldId="514"/>
            <ac:cxnSpMk id="6" creationId="{66AC83D2-2C1F-F4F3-5F54-BC77E5D8893C}"/>
          </ac:cxnSpMkLst>
        </pc:cxnChg>
      </pc:sldChg>
      <pc:sldChg chg="addSp modSp new mod modAnim">
        <pc:chgData name="ambleic@clemson.edu" userId="43615028507_tp_box_2" providerId="OAuth2" clId="{5F4B9ABB-DEB5-4DC3-A8F9-1752A2D02C85}" dt="2026-07-19T03:53:30.681" v="3473" actId="20577"/>
        <pc:sldMkLst>
          <pc:docMk/>
          <pc:sldMk cId="1394766533" sldId="515"/>
        </pc:sldMkLst>
        <pc:spChg chg="add mod">
          <ac:chgData name="ambleic@clemson.edu" userId="43615028507_tp_box_2" providerId="OAuth2" clId="{5F4B9ABB-DEB5-4DC3-A8F9-1752A2D02C85}" dt="2026-07-19T03:53:30.681" v="3473" actId="20577"/>
          <ac:spMkLst>
            <pc:docMk/>
            <pc:sldMk cId="1394766533" sldId="515"/>
            <ac:spMk id="4" creationId="{22D4B7B7-C372-4184-8CF9-FC3539541722}"/>
          </ac:spMkLst>
        </pc:spChg>
        <pc:spChg chg="add mod">
          <ac:chgData name="ambleic@clemson.edu" userId="43615028507_tp_box_2" providerId="OAuth2" clId="{5F4B9ABB-DEB5-4DC3-A8F9-1752A2D02C85}" dt="2026-07-19T03:20:47.149" v="3077" actId="1582"/>
          <ac:spMkLst>
            <pc:docMk/>
            <pc:sldMk cId="1394766533" sldId="515"/>
            <ac:spMk id="5" creationId="{6246558B-EA0D-AB1A-CC8F-33A0C6BCDAC8}"/>
          </ac:spMkLst>
        </pc:spChg>
        <pc:spChg chg="add mod">
          <ac:chgData name="ambleic@clemson.edu" userId="43615028507_tp_box_2" providerId="OAuth2" clId="{5F4B9ABB-DEB5-4DC3-A8F9-1752A2D02C85}" dt="2026-07-19T03:22:23.605" v="3097" actId="1038"/>
          <ac:spMkLst>
            <pc:docMk/>
            <pc:sldMk cId="1394766533" sldId="515"/>
            <ac:spMk id="6" creationId="{B8BD3615-CC29-10AA-AA13-34CF5ED72284}"/>
          </ac:spMkLst>
        </pc:spChg>
        <pc:spChg chg="add mod">
          <ac:chgData name="ambleic@clemson.edu" userId="43615028507_tp_box_2" providerId="OAuth2" clId="{5F4B9ABB-DEB5-4DC3-A8F9-1752A2D02C85}" dt="2026-07-19T03:21:39.236" v="3085" actId="208"/>
          <ac:spMkLst>
            <pc:docMk/>
            <pc:sldMk cId="1394766533" sldId="515"/>
            <ac:spMk id="7" creationId="{4664C05A-FF3E-3B2B-6F07-9EA4F57E9E2C}"/>
          </ac:spMkLst>
        </pc:spChg>
        <pc:picChg chg="add mod">
          <ac:chgData name="ambleic@clemson.edu" userId="43615028507_tp_box_2" providerId="OAuth2" clId="{5F4B9ABB-DEB5-4DC3-A8F9-1752A2D02C85}" dt="2026-07-19T03:17:06.562" v="2725" actId="1076"/>
          <ac:picMkLst>
            <pc:docMk/>
            <pc:sldMk cId="1394766533" sldId="515"/>
            <ac:picMk id="3" creationId="{00D38179-86EE-968C-62ED-4787D02E0151}"/>
          </ac:picMkLst>
        </pc:picChg>
        <pc:cxnChg chg="add mod">
          <ac:chgData name="ambleic@clemson.edu" userId="43615028507_tp_box_2" providerId="OAuth2" clId="{5F4B9ABB-DEB5-4DC3-A8F9-1752A2D02C85}" dt="2026-07-19T03:21:56.536" v="3088" actId="1582"/>
          <ac:cxnSpMkLst>
            <pc:docMk/>
            <pc:sldMk cId="1394766533" sldId="515"/>
            <ac:cxnSpMk id="9" creationId="{A87D441E-41A4-881A-7FE8-AC32F3B508DB}"/>
          </ac:cxnSpMkLst>
        </pc:cxnChg>
        <pc:cxnChg chg="add mod">
          <ac:chgData name="ambleic@clemson.edu" userId="43615028507_tp_box_2" providerId="OAuth2" clId="{5F4B9ABB-DEB5-4DC3-A8F9-1752A2D02C85}" dt="2026-07-19T03:22:30.185" v="3099" actId="208"/>
          <ac:cxnSpMkLst>
            <pc:docMk/>
            <pc:sldMk cId="1394766533" sldId="515"/>
            <ac:cxnSpMk id="11" creationId="{1ACE51A0-0C00-17E3-2260-7FAF317A0463}"/>
          </ac:cxnSpMkLst>
        </pc:cxnChg>
      </pc:sldChg>
      <pc:sldChg chg="addSp delSp modSp new mod modAnim">
        <pc:chgData name="ambleic@clemson.edu" userId="43615028507_tp_box_2" providerId="OAuth2" clId="{5F4B9ABB-DEB5-4DC3-A8F9-1752A2D02C85}" dt="2026-07-19T04:24:01.157" v="3595" actId="114"/>
        <pc:sldMkLst>
          <pc:docMk/>
          <pc:sldMk cId="2192573311" sldId="516"/>
        </pc:sldMkLst>
        <pc:spChg chg="add mod">
          <ac:chgData name="ambleic@clemson.edu" userId="43615028507_tp_box_2" providerId="OAuth2" clId="{5F4B9ABB-DEB5-4DC3-A8F9-1752A2D02C85}" dt="2026-07-19T03:11:15.468" v="2322" actId="208"/>
          <ac:spMkLst>
            <pc:docMk/>
            <pc:sldMk cId="2192573311" sldId="516"/>
            <ac:spMk id="6" creationId="{EA02708F-EDBF-1892-6660-6B5197A36C27}"/>
          </ac:spMkLst>
        </pc:spChg>
        <pc:spChg chg="add mod">
          <ac:chgData name="ambleic@clemson.edu" userId="43615028507_tp_box_2" providerId="OAuth2" clId="{5F4B9ABB-DEB5-4DC3-A8F9-1752A2D02C85}" dt="2026-07-19T04:24:01.157" v="3595" actId="114"/>
          <ac:spMkLst>
            <pc:docMk/>
            <pc:sldMk cId="2192573311" sldId="516"/>
            <ac:spMk id="7" creationId="{9DC1827B-464B-E071-4C7A-96396E070B12}"/>
          </ac:spMkLst>
        </pc:spChg>
        <pc:spChg chg="add mod">
          <ac:chgData name="ambleic@clemson.edu" userId="43615028507_tp_box_2" providerId="OAuth2" clId="{5F4B9ABB-DEB5-4DC3-A8F9-1752A2D02C85}" dt="2026-07-19T03:26:08.098" v="3276" actId="1582"/>
          <ac:spMkLst>
            <pc:docMk/>
            <pc:sldMk cId="2192573311" sldId="516"/>
            <ac:spMk id="8" creationId="{1FD999DE-E40D-9374-F648-05B326A17DE5}"/>
          </ac:spMkLst>
        </pc:spChg>
        <pc:picChg chg="add del mod">
          <ac:chgData name="ambleic@clemson.edu" userId="43615028507_tp_box_2" providerId="OAuth2" clId="{5F4B9ABB-DEB5-4DC3-A8F9-1752A2D02C85}" dt="2026-07-18T23:15:09.518" v="679" actId="478"/>
          <ac:picMkLst>
            <pc:docMk/>
            <pc:sldMk cId="2192573311" sldId="516"/>
            <ac:picMk id="3" creationId="{26E1E3EF-BF1F-0E43-4F47-5DA9CAAF8C14}"/>
          </ac:picMkLst>
        </pc:picChg>
        <pc:picChg chg="add mod">
          <ac:chgData name="ambleic@clemson.edu" userId="43615028507_tp_box_2" providerId="OAuth2" clId="{5F4B9ABB-DEB5-4DC3-A8F9-1752A2D02C85}" dt="2026-07-19T03:17:14.407" v="2727" actId="12789"/>
          <ac:picMkLst>
            <pc:docMk/>
            <pc:sldMk cId="2192573311" sldId="516"/>
            <ac:picMk id="5" creationId="{8294F6BE-418C-7F86-F056-B3F30AB8EDBB}"/>
          </ac:picMkLst>
        </pc:picChg>
        <pc:cxnChg chg="add mod">
          <ac:chgData name="ambleic@clemson.edu" userId="43615028507_tp_box_2" providerId="OAuth2" clId="{5F4B9ABB-DEB5-4DC3-A8F9-1752A2D02C85}" dt="2026-07-19T03:26:23.712" v="3280" actId="1076"/>
          <ac:cxnSpMkLst>
            <pc:docMk/>
            <pc:sldMk cId="2192573311" sldId="516"/>
            <ac:cxnSpMk id="10" creationId="{17D94C92-2946-DDE9-9C81-0D759E8EB51F}"/>
          </ac:cxnSpMkLst>
        </pc:cxnChg>
      </pc:sldChg>
      <pc:sldChg chg="modSp add del mod">
        <pc:chgData name="ambleic@clemson.edu" userId="43615028507_tp_box_2" providerId="OAuth2" clId="{5F4B9ABB-DEB5-4DC3-A8F9-1752A2D02C85}" dt="2026-07-19T03:32:55.586" v="3327"/>
        <pc:sldMkLst>
          <pc:docMk/>
          <pc:sldMk cId="1669003075" sldId="517"/>
        </pc:sldMkLst>
        <pc:picChg chg="mod">
          <ac:chgData name="ambleic@clemson.edu" userId="43615028507_tp_box_2" providerId="OAuth2" clId="{5F4B9ABB-DEB5-4DC3-A8F9-1752A2D02C85}" dt="2026-07-19T03:03:43.806" v="1682" actId="1076"/>
          <ac:picMkLst>
            <pc:docMk/>
            <pc:sldMk cId="1669003075" sldId="517"/>
            <ac:picMk id="3" creationId="{7ADB0E6B-AEF9-C0F2-3B56-FC08E8CE6061}"/>
          </ac:picMkLst>
        </pc:picChg>
      </pc:sldChg>
      <pc:sldChg chg="add del">
        <pc:chgData name="ambleic@clemson.edu" userId="43615028507_tp_box_2" providerId="OAuth2" clId="{5F4B9ABB-DEB5-4DC3-A8F9-1752A2D02C85}" dt="2026-07-19T03:43:02.173" v="3431"/>
        <pc:sldMkLst>
          <pc:docMk/>
          <pc:sldMk cId="4035965665" sldId="518"/>
        </pc:sldMkLst>
      </pc:sldChg>
      <pc:sldChg chg="addSp delSp modSp add mod modClrScheme delAnim modAnim chgLayout">
        <pc:chgData name="ambleic@clemson.edu" userId="43615028507_tp_box_2" providerId="OAuth2" clId="{5F4B9ABB-DEB5-4DC3-A8F9-1752A2D02C85}" dt="2026-07-19T03:55:39.685" v="3515"/>
        <pc:sldMkLst>
          <pc:docMk/>
          <pc:sldMk cId="980986488" sldId="519"/>
        </pc:sldMkLst>
        <pc:spChg chg="add del mod ord">
          <ac:chgData name="ambleic@clemson.edu" userId="43615028507_tp_box_2" providerId="OAuth2" clId="{5F4B9ABB-DEB5-4DC3-A8F9-1752A2D02C85}" dt="2026-07-19T03:09:48.603" v="2288" actId="700"/>
          <ac:spMkLst>
            <pc:docMk/>
            <pc:sldMk cId="980986488" sldId="519"/>
            <ac:spMk id="2" creationId="{5188215F-346F-F615-84CD-302967C5CC6D}"/>
          </ac:spMkLst>
        </pc:spChg>
        <pc:spChg chg="mod ord">
          <ac:chgData name="ambleic@clemson.edu" userId="43615028507_tp_box_2" providerId="OAuth2" clId="{5F4B9ABB-DEB5-4DC3-A8F9-1752A2D02C85}" dt="2026-07-19T03:55:38.056" v="3513" actId="20577"/>
          <ac:spMkLst>
            <pc:docMk/>
            <pc:sldMk cId="980986488" sldId="519"/>
            <ac:spMk id="4" creationId="{D6F8707A-A7D4-E941-2550-94EADA44CDFA}"/>
          </ac:spMkLst>
        </pc:spChg>
        <pc:spChg chg="add del mod ord">
          <ac:chgData name="ambleic@clemson.edu" userId="43615028507_tp_box_2" providerId="OAuth2" clId="{5F4B9ABB-DEB5-4DC3-A8F9-1752A2D02C85}" dt="2026-07-19T03:10:01.064" v="2307" actId="478"/>
          <ac:spMkLst>
            <pc:docMk/>
            <pc:sldMk cId="980986488" sldId="519"/>
            <ac:spMk id="5" creationId="{B88933B2-8E1F-A01A-F89D-2FA04B3B808B}"/>
          </ac:spMkLst>
        </pc:spChg>
        <pc:spChg chg="del">
          <ac:chgData name="ambleic@clemson.edu" userId="43615028507_tp_box_2" providerId="OAuth2" clId="{5F4B9ABB-DEB5-4DC3-A8F9-1752A2D02C85}" dt="2026-07-19T03:09:15.747" v="2265" actId="478"/>
          <ac:spMkLst>
            <pc:docMk/>
            <pc:sldMk cId="980986488" sldId="519"/>
            <ac:spMk id="7" creationId="{CA0D942B-7F0E-9A26-9BE7-4407744F9409}"/>
          </ac:spMkLst>
        </pc:spChg>
        <pc:spChg chg="del">
          <ac:chgData name="ambleic@clemson.edu" userId="43615028507_tp_box_2" providerId="OAuth2" clId="{5F4B9ABB-DEB5-4DC3-A8F9-1752A2D02C85}" dt="2026-07-19T03:09:15.747" v="2265" actId="478"/>
          <ac:spMkLst>
            <pc:docMk/>
            <pc:sldMk cId="980986488" sldId="519"/>
            <ac:spMk id="8" creationId="{E2850814-610B-7BE5-4BD4-46967A61AA65}"/>
          </ac:spMkLst>
        </pc:spChg>
        <pc:spChg chg="add del mod">
          <ac:chgData name="ambleic@clemson.edu" userId="43615028507_tp_box_2" providerId="OAuth2" clId="{5F4B9ABB-DEB5-4DC3-A8F9-1752A2D02C85}" dt="2026-07-19T03:10:02.484" v="2308" actId="478"/>
          <ac:spMkLst>
            <pc:docMk/>
            <pc:sldMk cId="980986488" sldId="519"/>
            <ac:spMk id="9" creationId="{AD2E7724-6E5A-AC6D-431D-142BFFE4D73E}"/>
          </ac:spMkLst>
        </pc:spChg>
        <pc:picChg chg="add mod">
          <ac:chgData name="ambleic@clemson.edu" userId="43615028507_tp_box_2" providerId="OAuth2" clId="{5F4B9ABB-DEB5-4DC3-A8F9-1752A2D02C85}" dt="2026-07-19T03:55:39.685" v="3515"/>
          <ac:picMkLst>
            <pc:docMk/>
            <pc:sldMk cId="980986488" sldId="519"/>
            <ac:picMk id="2" creationId="{861B30EF-94C5-2386-163F-AFEEB5FCA33E}"/>
          </ac:picMkLst>
        </pc:picChg>
        <pc:picChg chg="del">
          <ac:chgData name="ambleic@clemson.edu" userId="43615028507_tp_box_2" providerId="OAuth2" clId="{5F4B9ABB-DEB5-4DC3-A8F9-1752A2D02C85}" dt="2026-07-19T03:09:12.073" v="2264" actId="478"/>
          <ac:picMkLst>
            <pc:docMk/>
            <pc:sldMk cId="980986488" sldId="519"/>
            <ac:picMk id="3" creationId="{F280217A-E9F3-9B29-B5AB-030549925E04}"/>
          </ac:picMkLst>
        </pc:picChg>
        <pc:picChg chg="del mod">
          <ac:chgData name="ambleic@clemson.edu" userId="43615028507_tp_box_2" providerId="OAuth2" clId="{5F4B9ABB-DEB5-4DC3-A8F9-1752A2D02C85}" dt="2026-07-19T03:55:39.488" v="3514" actId="478"/>
          <ac:picMkLst>
            <pc:docMk/>
            <pc:sldMk cId="980986488" sldId="519"/>
            <ac:picMk id="13" creationId="{7BA0BB6F-E806-0712-682A-920EB7CF7CDF}"/>
          </ac:picMkLst>
        </pc:picChg>
        <pc:cxnChg chg="del mod">
          <ac:chgData name="ambleic@clemson.edu" userId="43615028507_tp_box_2" providerId="OAuth2" clId="{5F4B9ABB-DEB5-4DC3-A8F9-1752A2D02C85}" dt="2026-07-19T03:09:15.747" v="2265" actId="478"/>
          <ac:cxnSpMkLst>
            <pc:docMk/>
            <pc:sldMk cId="980986488" sldId="519"/>
            <ac:cxnSpMk id="10" creationId="{F7C530A2-BE4E-0B5A-91A1-BB7153E86B8F}"/>
          </ac:cxnSpMkLst>
        </pc:cxnChg>
      </pc:sldChg>
      <pc:sldChg chg="modSp add mod">
        <pc:chgData name="ambleic@clemson.edu" userId="43615028507_tp_box_2" providerId="OAuth2" clId="{5F4B9ABB-DEB5-4DC3-A8F9-1752A2D02C85}" dt="2026-07-19T03:29:53.139" v="3325" actId="1076"/>
        <pc:sldMkLst>
          <pc:docMk/>
          <pc:sldMk cId="172829997" sldId="520"/>
        </pc:sldMkLst>
        <pc:spChg chg="mod">
          <ac:chgData name="ambleic@clemson.edu" userId="43615028507_tp_box_2" providerId="OAuth2" clId="{5F4B9ABB-DEB5-4DC3-A8F9-1752A2D02C85}" dt="2026-07-19T03:29:53.139" v="3325" actId="1076"/>
          <ac:spMkLst>
            <pc:docMk/>
            <pc:sldMk cId="172829997" sldId="520"/>
            <ac:spMk id="3" creationId="{38CFCFA4-6414-D3C2-2637-E4DB7977EB5E}"/>
          </ac:spMkLst>
        </pc:spChg>
        <pc:graphicFrameChg chg="mod modGraphic">
          <ac:chgData name="ambleic@clemson.edu" userId="43615028507_tp_box_2" providerId="OAuth2" clId="{5F4B9ABB-DEB5-4DC3-A8F9-1752A2D02C85}" dt="2026-07-19T03:29:50.728" v="3324" actId="1076"/>
          <ac:graphicFrameMkLst>
            <pc:docMk/>
            <pc:sldMk cId="172829997" sldId="520"/>
            <ac:graphicFrameMk id="7" creationId="{67FA3C47-38BF-4381-9A13-2A6F8DC32BCE}"/>
          </ac:graphicFrameMkLst>
        </pc:graphicFrameChg>
      </pc:sldChg>
      <pc:sldChg chg="modSp add del mod">
        <pc:chgData name="ambleic@clemson.edu" userId="43615028507_tp_box_2" providerId="OAuth2" clId="{5F4B9ABB-DEB5-4DC3-A8F9-1752A2D02C85}" dt="2026-07-19T03:34:53.039" v="3380"/>
        <pc:sldMkLst>
          <pc:docMk/>
          <pc:sldMk cId="3976201926" sldId="521"/>
        </pc:sldMkLst>
        <pc:graphicFrameChg chg="modGraphic">
          <ac:chgData name="ambleic@clemson.edu" userId="43615028507_tp_box_2" providerId="OAuth2" clId="{5F4B9ABB-DEB5-4DC3-A8F9-1752A2D02C85}" dt="2026-07-19T03:33:36.023" v="3378" actId="21"/>
          <ac:graphicFrameMkLst>
            <pc:docMk/>
            <pc:sldMk cId="3976201926" sldId="521"/>
            <ac:graphicFrameMk id="7" creationId="{739EE78A-44FA-685D-EC14-5A698DE5A063}"/>
          </ac:graphicFrameMkLst>
        </pc:graphicFrameChg>
      </pc:sldChg>
      <pc:sldChg chg="modSp add del mod">
        <pc:chgData name="ambleic@clemson.edu" userId="43615028507_tp_box_2" providerId="OAuth2" clId="{5F4B9ABB-DEB5-4DC3-A8F9-1752A2D02C85}" dt="2026-07-19T03:36:33.554" v="3412"/>
        <pc:sldMkLst>
          <pc:docMk/>
          <pc:sldMk cId="3052348892" sldId="522"/>
        </pc:sldMkLst>
        <pc:graphicFrameChg chg="modGraphic">
          <ac:chgData name="ambleic@clemson.edu" userId="43615028507_tp_box_2" providerId="OAuth2" clId="{5F4B9ABB-DEB5-4DC3-A8F9-1752A2D02C85}" dt="2026-07-19T03:34:59.255" v="3410"/>
          <ac:graphicFrameMkLst>
            <pc:docMk/>
            <pc:sldMk cId="3052348892" sldId="522"/>
            <ac:graphicFrameMk id="7" creationId="{739EE78A-44FA-685D-EC14-5A698DE5A063}"/>
          </ac:graphicFrameMkLst>
        </pc:graphicFrameChg>
      </pc:sldChg>
      <pc:sldChg chg="modSp add del mod">
        <pc:chgData name="ambleic@clemson.edu" userId="43615028507_tp_box_2" providerId="OAuth2" clId="{5F4B9ABB-DEB5-4DC3-A8F9-1752A2D02C85}" dt="2026-07-19T03:57:46.847" v="3517"/>
        <pc:sldMkLst>
          <pc:docMk/>
          <pc:sldMk cId="3877311016" sldId="523"/>
        </pc:sldMkLst>
        <pc:spChg chg="mod">
          <ac:chgData name="ambleic@clemson.edu" userId="43615028507_tp_box_2" providerId="OAuth2" clId="{5F4B9ABB-DEB5-4DC3-A8F9-1752A2D02C85}" dt="2026-07-19T03:38:51.080" v="3428" actId="1076"/>
          <ac:spMkLst>
            <pc:docMk/>
            <pc:sldMk cId="3877311016" sldId="523"/>
            <ac:spMk id="2" creationId="{AF1904A8-1BC0-BEF9-D316-657EC87DADA4}"/>
          </ac:spMkLst>
        </pc:spChg>
        <pc:graphicFrameChg chg="mod modGraphic">
          <ac:chgData name="ambleic@clemson.edu" userId="43615028507_tp_box_2" providerId="OAuth2" clId="{5F4B9ABB-DEB5-4DC3-A8F9-1752A2D02C85}" dt="2026-07-19T03:38:48.134" v="3427" actId="1076"/>
          <ac:graphicFrameMkLst>
            <pc:docMk/>
            <pc:sldMk cId="3877311016" sldId="523"/>
            <ac:graphicFrameMk id="7" creationId="{739EE78A-44FA-685D-EC14-5A698DE5A063}"/>
          </ac:graphicFrameMkLst>
        </pc:graphicFrameChg>
        <pc:picChg chg="mod">
          <ac:chgData name="ambleic@clemson.edu" userId="43615028507_tp_box_2" providerId="OAuth2" clId="{5F4B9ABB-DEB5-4DC3-A8F9-1752A2D02C85}" dt="2026-07-19T03:38:54.055" v="3429" actId="1076"/>
          <ac:picMkLst>
            <pc:docMk/>
            <pc:sldMk cId="3877311016" sldId="523"/>
            <ac:picMk id="3" creationId="{7ADB0E6B-AEF9-C0F2-3B56-FC08E8CE6061}"/>
          </ac:picMkLst>
        </pc:picChg>
      </pc:sldChg>
      <pc:sldChg chg="modSp add mod">
        <pc:chgData name="ambleic@clemson.edu" userId="43615028507_tp_box_2" providerId="OAuth2" clId="{5F4B9ABB-DEB5-4DC3-A8F9-1752A2D02C85}" dt="2026-07-19T03:46:07.734" v="3454" actId="1076"/>
        <pc:sldMkLst>
          <pc:docMk/>
          <pc:sldMk cId="1934994251" sldId="524"/>
        </pc:sldMkLst>
        <pc:spChg chg="mod">
          <ac:chgData name="ambleic@clemson.edu" userId="43615028507_tp_box_2" providerId="OAuth2" clId="{5F4B9ABB-DEB5-4DC3-A8F9-1752A2D02C85}" dt="2026-07-19T03:46:07.734" v="3454" actId="1076"/>
          <ac:spMkLst>
            <pc:docMk/>
            <pc:sldMk cId="1934994251" sldId="524"/>
            <ac:spMk id="4" creationId="{4A03D021-3291-F8EE-43B3-C66F6EC7F58D}"/>
          </ac:spMkLst>
        </pc:spChg>
        <pc:graphicFrameChg chg="mod modGraphic">
          <ac:chgData name="ambleic@clemson.edu" userId="43615028507_tp_box_2" providerId="OAuth2" clId="{5F4B9ABB-DEB5-4DC3-A8F9-1752A2D02C85}" dt="2026-07-19T03:46:05.443" v="3453" actId="1076"/>
          <ac:graphicFrameMkLst>
            <pc:docMk/>
            <pc:sldMk cId="1934994251" sldId="524"/>
            <ac:graphicFrameMk id="7" creationId="{00000000-0000-0000-0000-000000000000}"/>
          </ac:graphicFrameMkLst>
        </pc:graphicFrameChg>
      </pc:sldChg>
      <pc:sldChg chg="modSp add mod">
        <pc:chgData name="ambleic@clemson.edu" userId="43615028507_tp_box_2" providerId="OAuth2" clId="{5F4B9ABB-DEB5-4DC3-A8F9-1752A2D02C85}" dt="2026-07-19T04:03:50.517" v="3563" actId="1076"/>
        <pc:sldMkLst>
          <pc:docMk/>
          <pc:sldMk cId="1512510037" sldId="525"/>
        </pc:sldMkLst>
        <pc:spChg chg="mod">
          <ac:chgData name="ambleic@clemson.edu" userId="43615028507_tp_box_2" providerId="OAuth2" clId="{5F4B9ABB-DEB5-4DC3-A8F9-1752A2D02C85}" dt="2026-07-19T04:03:23.446" v="3558" actId="12788"/>
          <ac:spMkLst>
            <pc:docMk/>
            <pc:sldMk cId="1512510037" sldId="525"/>
            <ac:spMk id="2" creationId="{AF1904A8-1BC0-BEF9-D316-657EC87DADA4}"/>
          </ac:spMkLst>
        </pc:spChg>
        <pc:graphicFrameChg chg="mod modGraphic">
          <ac:chgData name="ambleic@clemson.edu" userId="43615028507_tp_box_2" providerId="OAuth2" clId="{5F4B9ABB-DEB5-4DC3-A8F9-1752A2D02C85}" dt="2026-07-19T04:03:45.968" v="3562" actId="114"/>
          <ac:graphicFrameMkLst>
            <pc:docMk/>
            <pc:sldMk cId="1512510037" sldId="525"/>
            <ac:graphicFrameMk id="7" creationId="{739EE78A-44FA-685D-EC14-5A698DE5A063}"/>
          </ac:graphicFrameMkLst>
        </pc:graphicFrameChg>
        <pc:picChg chg="mod">
          <ac:chgData name="ambleic@clemson.edu" userId="43615028507_tp_box_2" providerId="OAuth2" clId="{5F4B9ABB-DEB5-4DC3-A8F9-1752A2D02C85}" dt="2026-07-19T04:03:50.517" v="3563" actId="1076"/>
          <ac:picMkLst>
            <pc:docMk/>
            <pc:sldMk cId="1512510037" sldId="525"/>
            <ac:picMk id="3" creationId="{7ADB0E6B-AEF9-C0F2-3B56-FC08E8CE606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37FA-3606-40C4-B7AF-29AA20ED13E4}"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F8FEA-D743-4348-BEA8-B463320B7542}" type="slidenum">
              <a:rPr lang="en-US" smtClean="0"/>
              <a:t>‹#›</a:t>
            </a:fld>
            <a:endParaRPr lang="en-US"/>
          </a:p>
        </p:txBody>
      </p:sp>
    </p:spTree>
    <p:extLst>
      <p:ext uri="{BB962C8B-B14F-4D97-AF65-F5344CB8AC3E}">
        <p14:creationId xmlns:p14="http://schemas.microsoft.com/office/powerpoint/2010/main" val="1718714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4</a:t>
            </a:fld>
            <a:endParaRPr lang="en-US" dirty="0"/>
          </a:p>
        </p:txBody>
      </p:sp>
    </p:spTree>
    <p:extLst>
      <p:ext uri="{BB962C8B-B14F-4D97-AF65-F5344CB8AC3E}">
        <p14:creationId xmlns:p14="http://schemas.microsoft.com/office/powerpoint/2010/main" val="1193534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5</a:t>
            </a:fld>
            <a:endParaRPr lang="en-US" dirty="0"/>
          </a:p>
        </p:txBody>
      </p:sp>
    </p:spTree>
    <p:extLst>
      <p:ext uri="{BB962C8B-B14F-4D97-AF65-F5344CB8AC3E}">
        <p14:creationId xmlns:p14="http://schemas.microsoft.com/office/powerpoint/2010/main" val="1713951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7707E-916F-53C2-BE61-2CA32BBB5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1A61-B778-07EF-F923-DDE94B7D0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1B5C9-58F6-6F0E-7B0B-5E1534281A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A866D7-F994-720D-B892-E2E582FDC47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41707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7</a:t>
            </a:fld>
            <a:endParaRPr lang="en-US"/>
          </a:p>
        </p:txBody>
      </p:sp>
    </p:spTree>
    <p:extLst>
      <p:ext uri="{BB962C8B-B14F-4D97-AF65-F5344CB8AC3E}">
        <p14:creationId xmlns:p14="http://schemas.microsoft.com/office/powerpoint/2010/main" val="238107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10</a:t>
            </a:fld>
            <a:endParaRPr lang="en-US"/>
          </a:p>
        </p:txBody>
      </p:sp>
    </p:spTree>
    <p:extLst>
      <p:ext uri="{BB962C8B-B14F-4D97-AF65-F5344CB8AC3E}">
        <p14:creationId xmlns:p14="http://schemas.microsoft.com/office/powerpoint/2010/main" val="3614009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a:p>
        </p:txBody>
      </p:sp>
    </p:spTree>
    <p:extLst>
      <p:ext uri="{BB962C8B-B14F-4D97-AF65-F5344CB8AC3E}">
        <p14:creationId xmlns:p14="http://schemas.microsoft.com/office/powerpoint/2010/main" val="2208208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0F48-FF99-1E34-FE3A-4112C737F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40B01-A57D-0671-5D99-458843C3E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6CFFF-3DAF-F56B-8DF7-C57FAD1E34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258C04-FFDC-3238-5791-DB16BC143E8A}"/>
              </a:ext>
            </a:extLst>
          </p:cNvPr>
          <p:cNvSpPr>
            <a:spLocks noGrp="1"/>
          </p:cNvSpPr>
          <p:nvPr>
            <p:ph type="sldNum" sz="quarter" idx="5"/>
          </p:nvPr>
        </p:nvSpPr>
        <p:spPr/>
        <p:txBody>
          <a:bodyPr/>
          <a:lstStyle/>
          <a:p>
            <a:fld id="{EFC45A4A-0340-4030-8DF6-B0876EC10DF5}" type="slidenum">
              <a:rPr lang="en-US" smtClean="0"/>
              <a:t>12</a:t>
            </a:fld>
            <a:endParaRPr lang="en-US"/>
          </a:p>
        </p:txBody>
      </p:sp>
    </p:spTree>
    <p:extLst>
      <p:ext uri="{BB962C8B-B14F-4D97-AF65-F5344CB8AC3E}">
        <p14:creationId xmlns:p14="http://schemas.microsoft.com/office/powerpoint/2010/main" val="1951771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13</a:t>
            </a:fld>
            <a:endParaRPr lang="en-US"/>
          </a:p>
        </p:txBody>
      </p:sp>
    </p:spTree>
    <p:extLst>
      <p:ext uri="{BB962C8B-B14F-4D97-AF65-F5344CB8AC3E}">
        <p14:creationId xmlns:p14="http://schemas.microsoft.com/office/powerpoint/2010/main" val="2350780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14</a:t>
            </a:fld>
            <a:endParaRPr lang="en-US"/>
          </a:p>
        </p:txBody>
      </p:sp>
    </p:spTree>
    <p:extLst>
      <p:ext uri="{BB962C8B-B14F-4D97-AF65-F5344CB8AC3E}">
        <p14:creationId xmlns:p14="http://schemas.microsoft.com/office/powerpoint/2010/main" val="1632486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16</a:t>
            </a:fld>
            <a:endParaRPr lang="en-US"/>
          </a:p>
        </p:txBody>
      </p:sp>
    </p:spTree>
    <p:extLst>
      <p:ext uri="{BB962C8B-B14F-4D97-AF65-F5344CB8AC3E}">
        <p14:creationId xmlns:p14="http://schemas.microsoft.com/office/powerpoint/2010/main" val="3910357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19</a:t>
            </a:fld>
            <a:endParaRPr lang="en-US"/>
          </a:p>
        </p:txBody>
      </p:sp>
    </p:spTree>
    <p:extLst>
      <p:ext uri="{BB962C8B-B14F-4D97-AF65-F5344CB8AC3E}">
        <p14:creationId xmlns:p14="http://schemas.microsoft.com/office/powerpoint/2010/main" val="629039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20</a:t>
            </a:fld>
            <a:endParaRPr lang="en-US"/>
          </a:p>
        </p:txBody>
      </p:sp>
    </p:spTree>
    <p:extLst>
      <p:ext uri="{BB962C8B-B14F-4D97-AF65-F5344CB8AC3E}">
        <p14:creationId xmlns:p14="http://schemas.microsoft.com/office/powerpoint/2010/main" val="1363664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2206-34A7-B248-3522-EAD491FE5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D8144-C81A-8D57-F8FE-A09C6AE25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6FBA1-BD89-88E2-48D9-F59725AA2F05}"/>
              </a:ext>
            </a:extLst>
          </p:cNvPr>
          <p:cNvSpPr>
            <a:spLocks noGrp="1"/>
          </p:cNvSpPr>
          <p:nvPr>
            <p:ph type="body" idx="1"/>
          </p:nvPr>
        </p:nvSpPr>
        <p:spPr/>
        <p:txBody>
          <a:bodyPr/>
          <a:lstStyle/>
          <a:p>
            <a:r>
              <a:rPr lang="en-US" dirty="0"/>
              <a:t>Obtained From: https://code.visualstudio.com/docs/copilot/agents/overview</a:t>
            </a:r>
          </a:p>
        </p:txBody>
      </p:sp>
      <p:sp>
        <p:nvSpPr>
          <p:cNvPr id="4" name="Slide Number Placeholder 3">
            <a:extLst>
              <a:ext uri="{FF2B5EF4-FFF2-40B4-BE49-F238E27FC236}">
                <a16:creationId xmlns:a16="http://schemas.microsoft.com/office/drawing/2014/main" id="{86CA585F-746D-7A40-27B3-553BF5C46CC8}"/>
              </a:ext>
            </a:extLst>
          </p:cNvPr>
          <p:cNvSpPr>
            <a:spLocks noGrp="1"/>
          </p:cNvSpPr>
          <p:nvPr>
            <p:ph type="sldNum" sz="quarter" idx="5"/>
          </p:nvPr>
        </p:nvSpPr>
        <p:spPr/>
        <p:txBody>
          <a:bodyPr/>
          <a:lstStyle/>
          <a:p>
            <a:fld id="{EFC45A4A-0340-4030-8DF6-B0876EC10DF5}" type="slidenum">
              <a:rPr lang="en-US" smtClean="0"/>
              <a:t>26</a:t>
            </a:fld>
            <a:endParaRPr lang="en-US"/>
          </a:p>
        </p:txBody>
      </p:sp>
    </p:spTree>
    <p:extLst>
      <p:ext uri="{BB962C8B-B14F-4D97-AF65-F5344CB8AC3E}">
        <p14:creationId xmlns:p14="http://schemas.microsoft.com/office/powerpoint/2010/main" val="3323072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FFE3D-1BD4-786B-1DA0-9802EDD10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9489E-BA7C-2B8B-ED25-F54223841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BEBF2-0F0C-991D-1DAE-7D7A37A4927C}"/>
              </a:ext>
            </a:extLst>
          </p:cNvPr>
          <p:cNvSpPr>
            <a:spLocks noGrp="1"/>
          </p:cNvSpPr>
          <p:nvPr>
            <p:ph type="body" idx="1"/>
          </p:nvPr>
        </p:nvSpPr>
        <p:spPr/>
        <p:txBody>
          <a:bodyPr/>
          <a:lstStyle/>
          <a:p>
            <a:r>
              <a:rPr lang="en-US" dirty="0"/>
              <a:t>Obtained From: https://code.visualstudio.com/docs/copilot/agents/overview#_choose-an-agent</a:t>
            </a:r>
          </a:p>
        </p:txBody>
      </p:sp>
      <p:sp>
        <p:nvSpPr>
          <p:cNvPr id="4" name="Slide Number Placeholder 3">
            <a:extLst>
              <a:ext uri="{FF2B5EF4-FFF2-40B4-BE49-F238E27FC236}">
                <a16:creationId xmlns:a16="http://schemas.microsoft.com/office/drawing/2014/main" id="{2E8B2533-7215-136E-8F3B-491927F57C13}"/>
              </a:ext>
            </a:extLst>
          </p:cNvPr>
          <p:cNvSpPr>
            <a:spLocks noGrp="1"/>
          </p:cNvSpPr>
          <p:nvPr>
            <p:ph type="sldNum" sz="quarter" idx="5"/>
          </p:nvPr>
        </p:nvSpPr>
        <p:spPr/>
        <p:txBody>
          <a:bodyPr/>
          <a:lstStyle/>
          <a:p>
            <a:fld id="{EFC45A4A-0340-4030-8DF6-B0876EC10DF5}" type="slidenum">
              <a:rPr lang="en-US" smtClean="0"/>
              <a:t>27</a:t>
            </a:fld>
            <a:endParaRPr lang="en-US"/>
          </a:p>
        </p:txBody>
      </p:sp>
    </p:spTree>
    <p:extLst>
      <p:ext uri="{BB962C8B-B14F-4D97-AF65-F5344CB8AC3E}">
        <p14:creationId xmlns:p14="http://schemas.microsoft.com/office/powerpoint/2010/main" val="1158403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757AC-38AE-FE9C-7FA2-ECB41B593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447E6-95C4-701F-81E5-0F4A30B3D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3A663-EE6F-9D1A-D291-80DE90D16006}"/>
              </a:ext>
            </a:extLst>
          </p:cNvPr>
          <p:cNvSpPr>
            <a:spLocks noGrp="1"/>
          </p:cNvSpPr>
          <p:nvPr>
            <p:ph type="body" idx="1"/>
          </p:nvPr>
        </p:nvSpPr>
        <p:spPr/>
        <p:txBody>
          <a:bodyPr/>
          <a:lstStyle/>
          <a:p>
            <a:r>
              <a:rPr lang="en-US" dirty="0"/>
              <a:t>Obtained From: https://code.visualstudio.com/docs/copilot/customization/language-models</a:t>
            </a:r>
          </a:p>
        </p:txBody>
      </p:sp>
      <p:sp>
        <p:nvSpPr>
          <p:cNvPr id="4" name="Slide Number Placeholder 3">
            <a:extLst>
              <a:ext uri="{FF2B5EF4-FFF2-40B4-BE49-F238E27FC236}">
                <a16:creationId xmlns:a16="http://schemas.microsoft.com/office/drawing/2014/main" id="{A1E1D107-08F1-74E7-D8B0-1FD671D718A3}"/>
              </a:ext>
            </a:extLst>
          </p:cNvPr>
          <p:cNvSpPr>
            <a:spLocks noGrp="1"/>
          </p:cNvSpPr>
          <p:nvPr>
            <p:ph type="sldNum" sz="quarter" idx="5"/>
          </p:nvPr>
        </p:nvSpPr>
        <p:spPr/>
        <p:txBody>
          <a:bodyPr/>
          <a:lstStyle/>
          <a:p>
            <a:fld id="{EFC45A4A-0340-4030-8DF6-B0876EC10DF5}" type="slidenum">
              <a:rPr lang="en-US" smtClean="0"/>
              <a:t>28</a:t>
            </a:fld>
            <a:endParaRPr lang="en-US"/>
          </a:p>
        </p:txBody>
      </p:sp>
    </p:spTree>
    <p:extLst>
      <p:ext uri="{BB962C8B-B14F-4D97-AF65-F5344CB8AC3E}">
        <p14:creationId xmlns:p14="http://schemas.microsoft.com/office/powerpoint/2010/main" val="410415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89DF1-6EEC-CA23-1E94-08B8C85A5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60FB5-2470-8A6A-8874-A0964EB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7046A-0B9D-1BB1-5BFC-A08C396E43DF}"/>
              </a:ext>
            </a:extLst>
          </p:cNvPr>
          <p:cNvSpPr>
            <a:spLocks noGrp="1"/>
          </p:cNvSpPr>
          <p:nvPr>
            <p:ph type="body" idx="1"/>
          </p:nvPr>
        </p:nvSpPr>
        <p:spPr/>
        <p:txBody>
          <a:bodyPr/>
          <a:lstStyle/>
          <a:p>
            <a:r>
              <a:rPr lang="en-US" dirty="0"/>
              <a:t>Obtained From: https://code.visualstudio.com/docs/copilot/agents/agent-tools</a:t>
            </a:r>
          </a:p>
        </p:txBody>
      </p:sp>
      <p:sp>
        <p:nvSpPr>
          <p:cNvPr id="4" name="Slide Number Placeholder 3">
            <a:extLst>
              <a:ext uri="{FF2B5EF4-FFF2-40B4-BE49-F238E27FC236}">
                <a16:creationId xmlns:a16="http://schemas.microsoft.com/office/drawing/2014/main" id="{A1B0601E-C36E-88A1-1E41-AFBA1F905D2D}"/>
              </a:ext>
            </a:extLst>
          </p:cNvPr>
          <p:cNvSpPr>
            <a:spLocks noGrp="1"/>
          </p:cNvSpPr>
          <p:nvPr>
            <p:ph type="sldNum" sz="quarter" idx="5"/>
          </p:nvPr>
        </p:nvSpPr>
        <p:spPr/>
        <p:txBody>
          <a:bodyPr/>
          <a:lstStyle/>
          <a:p>
            <a:fld id="{EFC45A4A-0340-4030-8DF6-B0876EC10DF5}" type="slidenum">
              <a:rPr lang="en-US" smtClean="0"/>
              <a:t>29</a:t>
            </a:fld>
            <a:endParaRPr lang="en-US"/>
          </a:p>
        </p:txBody>
      </p:sp>
    </p:spTree>
    <p:extLst>
      <p:ext uri="{BB962C8B-B14F-4D97-AF65-F5344CB8AC3E}">
        <p14:creationId xmlns:p14="http://schemas.microsoft.com/office/powerpoint/2010/main" val="701210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D3BA9-CA1B-E129-9D67-BD7F1D841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A4E7A-2947-99E1-3C8E-D3D3D3A40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039A0-1F39-96F2-238B-05F2EFDF4EE7}"/>
              </a:ext>
            </a:extLst>
          </p:cNvPr>
          <p:cNvSpPr>
            <a:spLocks noGrp="1"/>
          </p:cNvSpPr>
          <p:nvPr>
            <p:ph type="body" idx="1"/>
          </p:nvPr>
        </p:nvSpPr>
        <p:spPr/>
        <p:txBody>
          <a:bodyPr/>
          <a:lstStyle/>
          <a:p>
            <a:r>
              <a:rPr lang="en-US" dirty="0"/>
              <a:t>Obtained From: https://code.visualstudio.com/docs/copilot/chat/copilot-chat</a:t>
            </a:r>
          </a:p>
        </p:txBody>
      </p:sp>
      <p:sp>
        <p:nvSpPr>
          <p:cNvPr id="4" name="Slide Number Placeholder 3">
            <a:extLst>
              <a:ext uri="{FF2B5EF4-FFF2-40B4-BE49-F238E27FC236}">
                <a16:creationId xmlns:a16="http://schemas.microsoft.com/office/drawing/2014/main" id="{1B319B35-0D03-6FE0-5387-14BC0CE8570D}"/>
              </a:ext>
            </a:extLst>
          </p:cNvPr>
          <p:cNvSpPr>
            <a:spLocks noGrp="1"/>
          </p:cNvSpPr>
          <p:nvPr>
            <p:ph type="sldNum" sz="quarter" idx="5"/>
          </p:nvPr>
        </p:nvSpPr>
        <p:spPr/>
        <p:txBody>
          <a:bodyPr/>
          <a:lstStyle/>
          <a:p>
            <a:fld id="{EFC45A4A-0340-4030-8DF6-B0876EC10DF5}" type="slidenum">
              <a:rPr lang="en-US" smtClean="0"/>
              <a:t>30</a:t>
            </a:fld>
            <a:endParaRPr lang="en-US"/>
          </a:p>
        </p:txBody>
      </p:sp>
    </p:spTree>
    <p:extLst>
      <p:ext uri="{BB962C8B-B14F-4D97-AF65-F5344CB8AC3E}">
        <p14:creationId xmlns:p14="http://schemas.microsoft.com/office/powerpoint/2010/main" val="4108889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EA6F-DC0C-BED2-B5A9-6327F406E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3DDCB-AAD2-34A5-408E-71576ED24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5BECB-F28D-9B0B-813B-7FC8E99C7BD5}"/>
              </a:ext>
            </a:extLst>
          </p:cNvPr>
          <p:cNvSpPr>
            <a:spLocks noGrp="1"/>
          </p:cNvSpPr>
          <p:nvPr>
            <p:ph type="body" idx="1"/>
          </p:nvPr>
        </p:nvSpPr>
        <p:spPr/>
        <p:txBody>
          <a:bodyPr/>
          <a:lstStyle/>
          <a:p>
            <a:r>
              <a:rPr lang="en-US" dirty="0"/>
              <a:t>Obtained From: https://code.visualstudio.com/docs/copilot/chat/copilot-chat</a:t>
            </a:r>
          </a:p>
        </p:txBody>
      </p:sp>
      <p:sp>
        <p:nvSpPr>
          <p:cNvPr id="4" name="Slide Number Placeholder 3">
            <a:extLst>
              <a:ext uri="{FF2B5EF4-FFF2-40B4-BE49-F238E27FC236}">
                <a16:creationId xmlns:a16="http://schemas.microsoft.com/office/drawing/2014/main" id="{2BC03F22-3A79-5932-BCA0-80220D44C5D9}"/>
              </a:ext>
            </a:extLst>
          </p:cNvPr>
          <p:cNvSpPr>
            <a:spLocks noGrp="1"/>
          </p:cNvSpPr>
          <p:nvPr>
            <p:ph type="sldNum" sz="quarter" idx="5"/>
          </p:nvPr>
        </p:nvSpPr>
        <p:spPr/>
        <p:txBody>
          <a:bodyPr/>
          <a:lstStyle/>
          <a:p>
            <a:fld id="{EFC45A4A-0340-4030-8DF6-B0876EC10DF5}" type="slidenum">
              <a:rPr lang="en-US" smtClean="0"/>
              <a:t>31</a:t>
            </a:fld>
            <a:endParaRPr lang="en-US"/>
          </a:p>
        </p:txBody>
      </p:sp>
    </p:spTree>
    <p:extLst>
      <p:ext uri="{BB962C8B-B14F-4D97-AF65-F5344CB8AC3E}">
        <p14:creationId xmlns:p14="http://schemas.microsoft.com/office/powerpoint/2010/main" val="4237703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36</a:t>
            </a:fld>
            <a:endParaRPr lang="en-US"/>
          </a:p>
        </p:txBody>
      </p:sp>
    </p:spTree>
    <p:extLst>
      <p:ext uri="{BB962C8B-B14F-4D97-AF65-F5344CB8AC3E}">
        <p14:creationId xmlns:p14="http://schemas.microsoft.com/office/powerpoint/2010/main" val="2327138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38</a:t>
            </a:fld>
            <a:endParaRPr lang="en-US"/>
          </a:p>
        </p:txBody>
      </p:sp>
    </p:spTree>
    <p:extLst>
      <p:ext uri="{BB962C8B-B14F-4D97-AF65-F5344CB8AC3E}">
        <p14:creationId xmlns:p14="http://schemas.microsoft.com/office/powerpoint/2010/main" val="1549499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1F8FEA-D743-4348-BEA8-B463320B7542}" type="slidenum">
              <a:rPr lang="en-US" smtClean="0"/>
              <a:t>42</a:t>
            </a:fld>
            <a:endParaRPr lang="en-US"/>
          </a:p>
        </p:txBody>
      </p:sp>
    </p:spTree>
    <p:extLst>
      <p:ext uri="{BB962C8B-B14F-4D97-AF65-F5344CB8AC3E}">
        <p14:creationId xmlns:p14="http://schemas.microsoft.com/office/powerpoint/2010/main" val="2285016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08C06-A241-D8B5-079E-F262D29EB5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48DF34-0B93-7955-0AEE-724DE340A1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036A4B-7698-E2E6-0007-036A3CB0CE42}"/>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6F2DFC21-CC84-D380-D1C8-4B0007720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E7115-987F-2002-1E4B-B8A727FFA0C2}"/>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4000433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295F9-2788-B98E-899C-0D8361076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2D7A27-3DE6-6FE7-D941-BB03A29AB4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8DAC7-6251-9FA7-1F25-90FF9467187D}"/>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A87E687F-ECB5-718A-6289-36F09B4E0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F31C3-BAFD-B7A7-5F59-FC6E23B1E199}"/>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419252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F9B5-E413-D357-1D30-F17E13CD43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09F574-D440-8D79-8857-DDB39F5DB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D09BD-EA0A-6698-AEBA-3BD1BC0465F6}"/>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8F31980C-C347-F262-B24D-A1E37597B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40AEF-F836-6C91-4F5B-2E5626728CEA}"/>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772430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A476E-D7AE-50CE-8C81-B8CF92372A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37E4AA-BD4D-7B22-1F2E-6F9376B755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520659-8FA1-A98F-4C33-77304451BB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D0D072-ED5B-F222-E66B-6E3D4BD54767}"/>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6" name="Footer Placeholder 5">
            <a:extLst>
              <a:ext uri="{FF2B5EF4-FFF2-40B4-BE49-F238E27FC236}">
                <a16:creationId xmlns:a16="http://schemas.microsoft.com/office/drawing/2014/main" id="{15162245-17DE-CE5E-D669-68646A4B2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975A3D-6152-84B9-9994-F49DF78649C7}"/>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37142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0A206-B721-DEB1-6A53-9C7DC7F281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C4A44A-8742-CA23-85B9-2C87FF0236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44D26F-8CAE-3337-5EB6-7876DB2A1D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9C875-78A9-0A74-22B0-356E692C49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2B9095-1F18-9802-F524-C8D1178612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67490E-17D0-037A-4676-3EBDDEF75C7A}"/>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8" name="Footer Placeholder 7">
            <a:extLst>
              <a:ext uri="{FF2B5EF4-FFF2-40B4-BE49-F238E27FC236}">
                <a16:creationId xmlns:a16="http://schemas.microsoft.com/office/drawing/2014/main" id="{302CC784-A1EF-210B-0065-06B67E13B3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3500E-D075-E4D6-5946-6FE71491F6F3}"/>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431197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BFB96-4B4C-2B8D-E5A3-ADDD9C1EB9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65F426-2610-0496-DB4C-1ACE1FA1B013}"/>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4" name="Footer Placeholder 3">
            <a:extLst>
              <a:ext uri="{FF2B5EF4-FFF2-40B4-BE49-F238E27FC236}">
                <a16:creationId xmlns:a16="http://schemas.microsoft.com/office/drawing/2014/main" id="{7F9612B5-D3CC-8F97-16FF-A2B7243B5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E8394F-57DB-687E-2482-250EAF7C8A8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322998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A1BFC3-3A12-F3E3-0924-0C6B27668033}"/>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3" name="Footer Placeholder 2">
            <a:extLst>
              <a:ext uri="{FF2B5EF4-FFF2-40B4-BE49-F238E27FC236}">
                <a16:creationId xmlns:a16="http://schemas.microsoft.com/office/drawing/2014/main" id="{780646B5-B815-ACC7-2845-FF0559FD32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229EA9-AD5D-0323-8973-D1D2DC744C43}"/>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66089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BF964-4A69-9495-2E63-0FF8ECAF5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603FEB-03C5-A19D-21F4-835BA02C58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CC4A48-D006-1F2F-38D7-9E9EB66D3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D5992-EA21-880D-FD5F-F19B5E1201B9}"/>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6" name="Footer Placeholder 5">
            <a:extLst>
              <a:ext uri="{FF2B5EF4-FFF2-40B4-BE49-F238E27FC236}">
                <a16:creationId xmlns:a16="http://schemas.microsoft.com/office/drawing/2014/main" id="{16AC42BF-5CA2-0E18-E58D-0909CC5A3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F8C148-6A7D-E88A-5E95-78DE5E5EA41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121539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66247-003C-399F-CCFA-8F07BAE59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69E5F3-AFF4-491E-F6E0-45FAF03BE8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B1D935-891C-7134-80D6-A070F8AC4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2DF4C5-A1C4-CCA5-B435-FD41858FACBF}"/>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6" name="Footer Placeholder 5">
            <a:extLst>
              <a:ext uri="{FF2B5EF4-FFF2-40B4-BE49-F238E27FC236}">
                <a16:creationId xmlns:a16="http://schemas.microsoft.com/office/drawing/2014/main" id="{686AF47F-658A-8D7F-BA00-9FB3C2E026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B2B3A-3500-B9AD-5275-1BDF12E6B228}"/>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844732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9DCA-8DEB-9BA8-7885-288021125B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63023F-DDF6-0377-FA5A-D5AD23867B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6E7F4-8B8A-EE2A-9C83-6E7D0054EF13}"/>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99C032F4-AB34-9BB4-4D3E-470A23443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464D3-D94E-6923-1A28-5A768FD4F5A2}"/>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032204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C55C56-C5BC-FB94-126C-A55ED9B24D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09E8AA-1A51-9509-9FDA-706DDB390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38B512-28DB-4FA7-AF11-1E4D1E51F9DB}"/>
              </a:ext>
            </a:extLst>
          </p:cNvPr>
          <p:cNvSpPr>
            <a:spLocks noGrp="1"/>
          </p:cNvSpPr>
          <p:nvPr>
            <p:ph type="dt" sz="half" idx="10"/>
          </p:nvPr>
        </p:nvSpPr>
        <p:spPr/>
        <p:txBody>
          <a:body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8D60EBAF-B8BA-4189-B340-90771E121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A0547-3F19-8490-F6BB-E1C1FC68FAA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155486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08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452DB4-3FE9-525F-16E9-867AE3C250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E5BF42-C52D-86B3-E373-818739984A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2D544-189C-382A-2D4A-5CBACD9DBE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0C0ADD-313D-4708-8120-8AA8DEE7FA71}" type="datetimeFigureOut">
              <a:rPr lang="en-US" smtClean="0"/>
              <a:t>7/19/2026</a:t>
            </a:fld>
            <a:endParaRPr lang="en-US"/>
          </a:p>
        </p:txBody>
      </p:sp>
      <p:sp>
        <p:nvSpPr>
          <p:cNvPr id="5" name="Footer Placeholder 4">
            <a:extLst>
              <a:ext uri="{FF2B5EF4-FFF2-40B4-BE49-F238E27FC236}">
                <a16:creationId xmlns:a16="http://schemas.microsoft.com/office/drawing/2014/main" id="{4B88F355-1978-5072-9345-9496F5022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4821E6-BA0D-F411-011F-B73E4C6D15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AACFE6-33F6-4F19-B425-F2EA1F110511}" type="slidenum">
              <a:rPr lang="en-US" smtClean="0"/>
              <a:t>‹#›</a:t>
            </a:fld>
            <a:endParaRPr lang="en-US"/>
          </a:p>
        </p:txBody>
      </p:sp>
    </p:spTree>
    <p:extLst>
      <p:ext uri="{BB962C8B-B14F-4D97-AF65-F5344CB8AC3E}">
        <p14:creationId xmlns:p14="http://schemas.microsoft.com/office/powerpoint/2010/main" val="2855002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hyperlink" Target="https://cran.r-project.org/"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hyperlink" Target="https://code.visualstudio.com/docs/copilot/agents/third-party-agent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Introduction to VS Code</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2954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493356772"/>
              </p:ext>
            </p:extLst>
          </p:nvPr>
        </p:nvGraphicFramePr>
        <p:xfrm>
          <a:off x="833120" y="1221740"/>
          <a:ext cx="10525760" cy="508000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508000">
                <a:tc>
                  <a:txBody>
                    <a:bodyPr/>
                    <a:lstStyle/>
                    <a:p>
                      <a:pPr algn="ctr"/>
                      <a:r>
                        <a:rPr lang="en-US" sz="18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18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306691904"/>
                  </a:ext>
                </a:extLst>
              </a:tr>
              <a:tr h="508000">
                <a:tc>
                  <a:txBody>
                    <a:bodyPr/>
                    <a:lstStyle/>
                    <a:p>
                      <a:r>
                        <a:rPr lang="en-US" sz="1800" dirty="0">
                          <a:latin typeface="Arial" panose="020B0604020202020204" pitchFamily="34" charset="0"/>
                          <a:cs typeface="Arial" panose="020B0604020202020204" pitchFamily="34" charset="0"/>
                        </a:rPr>
                        <a:t>1. What is Visual Studio Code?</a:t>
                      </a:r>
                    </a:p>
                  </a:txBody>
                  <a:tcPr anchor="ctr"/>
                </a:tc>
                <a:tc>
                  <a:txBody>
                    <a:bodyPr/>
                    <a:lstStyle/>
                    <a:p>
                      <a:pPr algn="ctr"/>
                      <a:r>
                        <a:rPr lang="en-US" sz="18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602567444"/>
                  </a:ext>
                </a:extLst>
              </a:tr>
              <a:tr h="508000">
                <a:tc>
                  <a:txBody>
                    <a:bodyPr/>
                    <a:lstStyle/>
                    <a:p>
                      <a:r>
                        <a:rPr lang="en-US" sz="1800" dirty="0">
                          <a:latin typeface="Arial" panose="020B0604020202020204" pitchFamily="34" charset="0"/>
                          <a:cs typeface="Arial" panose="020B0604020202020204" pitchFamily="34" charset="0"/>
                        </a:rPr>
                        <a:t>2. VS Code Layout</a:t>
                      </a:r>
                    </a:p>
                  </a:txBody>
                  <a:tcPr anchor="ctr"/>
                </a:tc>
                <a:tc>
                  <a:txBody>
                    <a:bodyPr/>
                    <a:lstStyle/>
                    <a:p>
                      <a:pPr algn="ctr"/>
                      <a:r>
                        <a:rPr lang="en-US" sz="1800">
                          <a:latin typeface="Arial" panose="020B0604020202020204" pitchFamily="34" charset="0"/>
                          <a:cs typeface="Arial" panose="020B0604020202020204" pitchFamily="34" charset="0"/>
                        </a:rPr>
                        <a:t>7–11</a:t>
                      </a:r>
                    </a:p>
                  </a:txBody>
                  <a:tcPr anchor="ctr"/>
                </a:tc>
                <a:extLst>
                  <a:ext uri="{0D108BD9-81ED-4DB2-BD59-A6C34878D82A}">
                    <a16:rowId xmlns:a16="http://schemas.microsoft.com/office/drawing/2014/main" val="1591215688"/>
                  </a:ext>
                </a:extLst>
              </a:tr>
              <a:tr h="508000">
                <a:tc>
                  <a:txBody>
                    <a:bodyPr/>
                    <a:lstStyle/>
                    <a:p>
                      <a:r>
                        <a:rPr lang="en-US" sz="1800" dirty="0">
                          <a:latin typeface="Arial" panose="020B0604020202020204" pitchFamily="34" charset="0"/>
                          <a:cs typeface="Arial" panose="020B0604020202020204" pitchFamily="34" charset="0"/>
                        </a:rPr>
                        <a:t>3. Installing the R Extension</a:t>
                      </a:r>
                    </a:p>
                  </a:txBody>
                  <a:tcPr anchor="ctr"/>
                </a:tc>
                <a:tc>
                  <a:txBody>
                    <a:bodyPr/>
                    <a:lstStyle/>
                    <a:p>
                      <a:pPr algn="ctr"/>
                      <a:r>
                        <a:rPr lang="en-US" sz="1800" dirty="0">
                          <a:latin typeface="Arial" panose="020B0604020202020204" pitchFamily="34" charset="0"/>
                          <a:cs typeface="Arial" panose="020B0604020202020204" pitchFamily="34" charset="0"/>
                        </a:rPr>
                        <a:t>12–15</a:t>
                      </a:r>
                    </a:p>
                  </a:txBody>
                  <a:tcPr anchor="ctr"/>
                </a:tc>
                <a:extLst>
                  <a:ext uri="{0D108BD9-81ED-4DB2-BD59-A6C34878D82A}">
                    <a16:rowId xmlns:a16="http://schemas.microsoft.com/office/drawing/2014/main" val="2183146390"/>
                  </a:ext>
                </a:extLst>
              </a:tr>
              <a:tr h="508000">
                <a:tc>
                  <a:txBody>
                    <a:bodyPr/>
                    <a:lstStyle/>
                    <a:p>
                      <a:r>
                        <a:rPr lang="en-US" sz="1800" dirty="0">
                          <a:latin typeface="Arial" panose="020B0604020202020204" pitchFamily="34" charset="0"/>
                          <a:cs typeface="Arial" panose="020B0604020202020204" pitchFamily="34" charset="0"/>
                        </a:rPr>
                        <a:t>4. Opening an R Script</a:t>
                      </a:r>
                    </a:p>
                  </a:txBody>
                  <a:tcPr anchor="ctr"/>
                </a:tc>
                <a:tc>
                  <a:txBody>
                    <a:bodyPr/>
                    <a:lstStyle/>
                    <a:p>
                      <a:pPr algn="ctr"/>
                      <a:r>
                        <a:rPr lang="en-US" sz="1800">
                          <a:latin typeface="Arial" panose="020B0604020202020204" pitchFamily="34" charset="0"/>
                          <a:cs typeface="Arial" panose="020B0604020202020204" pitchFamily="34" charset="0"/>
                        </a:rPr>
                        <a:t>16–17</a:t>
                      </a:r>
                    </a:p>
                  </a:txBody>
                  <a:tcPr anchor="ctr"/>
                </a:tc>
                <a:extLst>
                  <a:ext uri="{0D108BD9-81ED-4DB2-BD59-A6C34878D82A}">
                    <a16:rowId xmlns:a16="http://schemas.microsoft.com/office/drawing/2014/main" val="3496710907"/>
                  </a:ext>
                </a:extLst>
              </a:tr>
              <a:tr h="508000">
                <a:tc>
                  <a:txBody>
                    <a:bodyPr/>
                    <a:lstStyle/>
                    <a:p>
                      <a:r>
                        <a:rPr lang="en-US" sz="1800" dirty="0">
                          <a:latin typeface="Arial" panose="020B0604020202020204" pitchFamily="34" charset="0"/>
                          <a:cs typeface="Arial" panose="020B0604020202020204" pitchFamily="34" charset="0"/>
                        </a:rPr>
                        <a:t>5. GitHub Copilot Setup</a:t>
                      </a:r>
                    </a:p>
                  </a:txBody>
                  <a:tcPr anchor="ctr"/>
                </a:tc>
                <a:tc>
                  <a:txBody>
                    <a:bodyPr/>
                    <a:lstStyle/>
                    <a:p>
                      <a:pPr algn="ctr"/>
                      <a:r>
                        <a:rPr lang="en-US" sz="1800" dirty="0">
                          <a:latin typeface="Arial" panose="020B0604020202020204" pitchFamily="34" charset="0"/>
                          <a:cs typeface="Arial" panose="020B0604020202020204" pitchFamily="34" charset="0"/>
                        </a:rPr>
                        <a:t>18–22</a:t>
                      </a:r>
                    </a:p>
                  </a:txBody>
                  <a:tcPr anchor="ctr"/>
                </a:tc>
                <a:extLst>
                  <a:ext uri="{0D108BD9-81ED-4DB2-BD59-A6C34878D82A}">
                    <a16:rowId xmlns:a16="http://schemas.microsoft.com/office/drawing/2014/main" val="3256377721"/>
                  </a:ext>
                </a:extLst>
              </a:tr>
              <a:tr h="508000">
                <a:tc>
                  <a:txBody>
                    <a:bodyPr/>
                    <a:lstStyle/>
                    <a:p>
                      <a:r>
                        <a:rPr lang="en-US" sz="1800" dirty="0">
                          <a:latin typeface="Arial" panose="020B0604020202020204" pitchFamily="34" charset="0"/>
                          <a:cs typeface="Arial" panose="020B0604020202020204" pitchFamily="34" charset="0"/>
                        </a:rPr>
                        <a:t>6. GitHub Copilot Layout</a:t>
                      </a:r>
                    </a:p>
                  </a:txBody>
                  <a:tcPr anchor="ctr"/>
                </a:tc>
                <a:tc>
                  <a:txBody>
                    <a:bodyPr/>
                    <a:lstStyle/>
                    <a:p>
                      <a:pPr algn="ctr"/>
                      <a:r>
                        <a:rPr lang="en-US" sz="1800" dirty="0">
                          <a:latin typeface="Arial" panose="020B0604020202020204" pitchFamily="34" charset="0"/>
                          <a:cs typeface="Arial" panose="020B0604020202020204" pitchFamily="34" charset="0"/>
                        </a:rPr>
                        <a:t>23–31</a:t>
                      </a:r>
                    </a:p>
                  </a:txBody>
                  <a:tcPr anchor="ctr"/>
                </a:tc>
                <a:extLst>
                  <a:ext uri="{0D108BD9-81ED-4DB2-BD59-A6C34878D82A}">
                    <a16:rowId xmlns:a16="http://schemas.microsoft.com/office/drawing/2014/main" val="2473875425"/>
                  </a:ext>
                </a:extLst>
              </a:tr>
              <a:tr h="508000">
                <a:tc>
                  <a:txBody>
                    <a:bodyPr/>
                    <a:lstStyle/>
                    <a:p>
                      <a:r>
                        <a:rPr lang="en-US" sz="1800" dirty="0">
                          <a:latin typeface="Arial" panose="020B0604020202020204" pitchFamily="34" charset="0"/>
                          <a:cs typeface="Arial" panose="020B0604020202020204" pitchFamily="34" charset="0"/>
                        </a:rPr>
                        <a:t>7. Connecting GitHub &amp; VS Code</a:t>
                      </a:r>
                    </a:p>
                  </a:txBody>
                  <a:tcPr anchor="ctr"/>
                </a:tc>
                <a:tc>
                  <a:txBody>
                    <a:bodyPr/>
                    <a:lstStyle/>
                    <a:p>
                      <a:pPr algn="ctr"/>
                      <a:r>
                        <a:rPr lang="en-US" sz="1800" dirty="0">
                          <a:latin typeface="Arial" panose="020B0604020202020204" pitchFamily="34" charset="0"/>
                          <a:cs typeface="Arial" panose="020B0604020202020204" pitchFamily="34" charset="0"/>
                        </a:rPr>
                        <a:t>32–43</a:t>
                      </a:r>
                    </a:p>
                  </a:txBody>
                  <a:tcPr anchor="ctr"/>
                </a:tc>
                <a:extLst>
                  <a:ext uri="{0D108BD9-81ED-4DB2-BD59-A6C34878D82A}">
                    <a16:rowId xmlns:a16="http://schemas.microsoft.com/office/drawing/2014/main" val="3830917453"/>
                  </a:ext>
                </a:extLst>
              </a:tr>
              <a:tr h="508000">
                <a:tc>
                  <a:txBody>
                    <a:bodyPr/>
                    <a:lstStyle/>
                    <a:p>
                      <a:r>
                        <a:rPr lang="en-US" sz="1800" dirty="0">
                          <a:latin typeface="Arial" panose="020B0604020202020204" pitchFamily="34" charset="0"/>
                          <a:cs typeface="Arial" panose="020B0604020202020204" pitchFamily="34" charset="0"/>
                        </a:rPr>
                        <a:t>8. Preparing the Working Directory</a:t>
                      </a:r>
                    </a:p>
                  </a:txBody>
                  <a:tcPr anchor="ctr"/>
                </a:tc>
                <a:tc>
                  <a:txBody>
                    <a:bodyPr/>
                    <a:lstStyle/>
                    <a:p>
                      <a:pPr algn="ctr"/>
                      <a:r>
                        <a:rPr lang="en-US" sz="1800" dirty="0">
                          <a:latin typeface="Arial" panose="020B0604020202020204" pitchFamily="34" charset="0"/>
                          <a:cs typeface="Arial" panose="020B0604020202020204" pitchFamily="34" charset="0"/>
                        </a:rPr>
                        <a:t>44–47</a:t>
                      </a:r>
                    </a:p>
                  </a:txBody>
                  <a:tcPr anchor="ctr"/>
                </a:tc>
                <a:extLst>
                  <a:ext uri="{0D108BD9-81ED-4DB2-BD59-A6C34878D82A}">
                    <a16:rowId xmlns:a16="http://schemas.microsoft.com/office/drawing/2014/main" val="1487598443"/>
                  </a:ext>
                </a:extLst>
              </a:tr>
              <a:tr h="508000">
                <a:tc>
                  <a:txBody>
                    <a:bodyPr/>
                    <a:lstStyle/>
                    <a:p>
                      <a:r>
                        <a:rPr lang="en-US" sz="1800" dirty="0">
                          <a:latin typeface="Arial" panose="020B0604020202020204" pitchFamily="34" charset="0"/>
                          <a:cs typeface="Arial" panose="020B0604020202020204" pitchFamily="34" charset="0"/>
                        </a:rPr>
                        <a:t>9. Setting the Working Directory in VS Code</a:t>
                      </a:r>
                    </a:p>
                  </a:txBody>
                  <a:tcPr anchor="ctr"/>
                </a:tc>
                <a:tc>
                  <a:txBody>
                    <a:bodyPr/>
                    <a:lstStyle/>
                    <a:p>
                      <a:pPr algn="ctr"/>
                      <a:r>
                        <a:rPr lang="en-US" sz="1800" dirty="0">
                          <a:latin typeface="Arial" panose="020B0604020202020204" pitchFamily="34" charset="0"/>
                          <a:cs typeface="Arial" panose="020B0604020202020204" pitchFamily="34" charset="0"/>
                        </a:rPr>
                        <a:t>48–52</a:t>
                      </a:r>
                    </a:p>
                  </a:txBody>
                  <a:tcPr anchor="ctr"/>
                </a:tc>
                <a:extLst>
                  <a:ext uri="{0D108BD9-81ED-4DB2-BD59-A6C34878D82A}">
                    <a16:rowId xmlns:a16="http://schemas.microsoft.com/office/drawing/2014/main" val="2354863435"/>
                  </a:ext>
                </a:extLst>
              </a:tr>
            </a:tbl>
          </a:graphicData>
        </a:graphic>
      </p:graphicFrame>
    </p:spTree>
    <p:extLst>
      <p:ext uri="{BB962C8B-B14F-4D97-AF65-F5344CB8AC3E}">
        <p14:creationId xmlns:p14="http://schemas.microsoft.com/office/powerpoint/2010/main" val="172829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18604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710899515"/>
              </p:ext>
            </p:extLst>
          </p:nvPr>
        </p:nvGraphicFramePr>
        <p:xfrm>
          <a:off x="472439" y="1257300"/>
          <a:ext cx="11247121" cy="5299866"/>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52710">
                <a:tc>
                  <a:txBody>
                    <a:bodyPr/>
                    <a:lstStyle/>
                    <a:p>
                      <a:pPr algn="ctr"/>
                      <a:r>
                        <a:rPr lang="en-US" sz="20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1:</a:t>
                      </a:r>
                      <a:r>
                        <a:rPr lang="en-US" sz="2000" i="0" dirty="0">
                          <a:latin typeface="Arial" panose="020B0604020202020204" pitchFamily="34" charset="0"/>
                          <a:cs typeface="Arial" panose="020B0604020202020204" pitchFamily="34" charset="0"/>
                        </a:rPr>
                        <a:t> Installing the R Extension</a:t>
                      </a:r>
                    </a:p>
                  </a:txBody>
                  <a:tcPr anchor="ctr"/>
                </a:tc>
                <a:tc>
                  <a:txBody>
                    <a:bodyPr/>
                    <a:lstStyle/>
                    <a:p>
                      <a:pPr algn="ctr"/>
                      <a:r>
                        <a:rPr lang="en-US" sz="2000" dirty="0">
                          <a:latin typeface="Arial" panose="020B0604020202020204" pitchFamily="34" charset="0"/>
                          <a:cs typeface="Arial" panose="020B0604020202020204" pitchFamily="34" charset="0"/>
                        </a:rPr>
                        <a:t>You’ll add R support to VS Code by opening the Extensions Marketplace, searching for REditorSupport, and installing it so you can write and run R code.</a:t>
                      </a:r>
                    </a:p>
                  </a:txBody>
                  <a:tcPr anchor="ctr"/>
                </a:tc>
                <a:extLst>
                  <a:ext uri="{0D108BD9-81ED-4DB2-BD59-A6C34878D82A}">
                    <a16:rowId xmlns:a16="http://schemas.microsoft.com/office/drawing/2014/main" val="1933741798"/>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2:</a:t>
                      </a:r>
                      <a:r>
                        <a:rPr lang="en-US" sz="2000" i="0" dirty="0">
                          <a:latin typeface="Arial" panose="020B0604020202020204" pitchFamily="34" charset="0"/>
                          <a:cs typeface="Arial" panose="020B0604020202020204" pitchFamily="34" charset="0"/>
                        </a:rPr>
                        <a:t> GitHub Copilot Setup</a:t>
                      </a:r>
                    </a:p>
                  </a:txBody>
                  <a:tcPr anchor="ctr"/>
                </a:tc>
                <a:tc>
                  <a:txBody>
                    <a:bodyPr/>
                    <a:lstStyle/>
                    <a:p>
                      <a:pPr algn="ctr"/>
                      <a:r>
                        <a:rPr lang="en-US" sz="2000" dirty="0">
                          <a:latin typeface="Arial" panose="020B0604020202020204" pitchFamily="34" charset="0"/>
                          <a:cs typeface="Arial" panose="020B0604020202020204" pitchFamily="34" charset="0"/>
                        </a:rPr>
                        <a:t>You’ll turn on GitHub Copilot, VS Code’s built-in AI helper, by signing in with your GitHub account and authorizing VS Code.</a:t>
                      </a:r>
                    </a:p>
                  </a:txBody>
                  <a:tcPr anchor="ctr"/>
                </a:tc>
                <a:extLst>
                  <a:ext uri="{0D108BD9-81ED-4DB2-BD59-A6C34878D82A}">
                    <a16:rowId xmlns:a16="http://schemas.microsoft.com/office/drawing/2014/main" val="3319888707"/>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3:</a:t>
                      </a:r>
                      <a:r>
                        <a:rPr lang="en-US" sz="2000" i="0" dirty="0">
                          <a:latin typeface="Arial" panose="020B0604020202020204" pitchFamily="34" charset="0"/>
                          <a:cs typeface="Arial" panose="020B0604020202020204" pitchFamily="34" charset="0"/>
                        </a:rPr>
                        <a:t> Connecting GitHub &amp; VS Code</a:t>
                      </a:r>
                    </a:p>
                  </a:txBody>
                  <a:tcPr anchor="ctr"/>
                </a:tc>
                <a:tc>
                  <a:txBody>
                    <a:bodyPr/>
                    <a:lstStyle/>
                    <a:p>
                      <a:pPr algn="ctr"/>
                      <a:r>
                        <a:rPr lang="en-US" sz="2000" dirty="0">
                          <a:latin typeface="Arial" panose="020B0604020202020204" pitchFamily="34" charset="0"/>
                          <a:cs typeface="Arial" panose="020B0604020202020204" pitchFamily="34" charset="0"/>
                        </a:rPr>
                        <a:t>You’ll bring your forked project into VS Code by checking that Git is installed, copying your repo’s link, cloning it, and opening it in the Explorer.</a:t>
                      </a:r>
                    </a:p>
                  </a:txBody>
                  <a:tcPr anchor="ctr"/>
                </a:tc>
                <a:extLst>
                  <a:ext uri="{0D108BD9-81ED-4DB2-BD59-A6C34878D82A}">
                    <a16:rowId xmlns:a16="http://schemas.microsoft.com/office/drawing/2014/main" val="4169453886"/>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4:</a:t>
                      </a:r>
                      <a:r>
                        <a:rPr lang="en-US" sz="2000" i="0" dirty="0">
                          <a:latin typeface="Arial" panose="020B0604020202020204" pitchFamily="34" charset="0"/>
                          <a:cs typeface="Arial" panose="020B0604020202020204" pitchFamily="34" charset="0"/>
                        </a:rPr>
                        <a:t> Preparing the Working Directory</a:t>
                      </a:r>
                    </a:p>
                  </a:txBody>
                  <a:tcPr anchor="ctr"/>
                </a:tc>
                <a:tc>
                  <a:txBody>
                    <a:bodyPr/>
                    <a:lstStyle/>
                    <a:p>
                      <a:pPr algn="ctr"/>
                      <a:r>
                        <a:rPr lang="en-US" sz="2000" dirty="0">
                          <a:latin typeface="Arial" panose="020B0604020202020204" pitchFamily="34" charset="0"/>
                          <a:cs typeface="Arial" panose="020B0604020202020204" pitchFamily="34" charset="0"/>
                        </a:rPr>
                        <a:t>You’ll set up your workspace by opening your cloned GitHub folder, going into the </a:t>
                      </a:r>
                      <a:r>
                        <a:rPr lang="en-US" sz="2000" i="1" dirty="0">
                          <a:latin typeface="Arial" panose="020B0604020202020204" pitchFamily="34" charset="0"/>
                          <a:cs typeface="Arial" panose="020B0604020202020204" pitchFamily="34" charset="0"/>
                        </a:rPr>
                        <a:t>USE-ME</a:t>
                      </a:r>
                      <a:r>
                        <a:rPr lang="en-US" sz="2000" dirty="0">
                          <a:latin typeface="Arial" panose="020B0604020202020204" pitchFamily="34" charset="0"/>
                          <a:cs typeface="Arial" panose="020B0604020202020204" pitchFamily="34" charset="0"/>
                        </a:rPr>
                        <a:t> folder, and creating a folder with your name to work in.</a:t>
                      </a:r>
                    </a:p>
                  </a:txBody>
                  <a:tcPr anchor="ctr"/>
                </a:tc>
                <a:extLst>
                  <a:ext uri="{0D108BD9-81ED-4DB2-BD59-A6C34878D82A}">
                    <a16:rowId xmlns:a16="http://schemas.microsoft.com/office/drawing/2014/main" val="675260153"/>
                  </a:ext>
                </a:extLst>
              </a:tr>
              <a:tr h="864818">
                <a:tc>
                  <a:txBody>
                    <a:bodyPr/>
                    <a:lstStyle/>
                    <a:p>
                      <a:pPr algn="ctr"/>
                      <a:r>
                        <a:rPr lang="en-US" sz="2000" b="1" i="0" dirty="0">
                          <a:solidFill>
                            <a:schemeClr val="accent2"/>
                          </a:solidFill>
                          <a:latin typeface="Arial" panose="020B0604020202020204" pitchFamily="34" charset="0"/>
                          <a:cs typeface="Arial" panose="020B0604020202020204" pitchFamily="34" charset="0"/>
                        </a:rPr>
                        <a:t>Task 5:</a:t>
                      </a:r>
                      <a:r>
                        <a:rPr lang="en-US" sz="2000" i="0" dirty="0">
                          <a:latin typeface="Arial" panose="020B0604020202020204" pitchFamily="34" charset="0"/>
                          <a:cs typeface="Arial" panose="020B0604020202020204" pitchFamily="34" charset="0"/>
                        </a:rPr>
                        <a:t> Setting the Working Directory in VS Code</a:t>
                      </a:r>
                    </a:p>
                  </a:txBody>
                  <a:tcPr anchor="ctr"/>
                </a:tc>
                <a:tc>
                  <a:txBody>
                    <a:bodyPr/>
                    <a:lstStyle/>
                    <a:p>
                      <a:pPr algn="ctr"/>
                      <a:r>
                        <a:rPr lang="en-US" sz="2000" dirty="0">
                          <a:latin typeface="Arial" panose="020B0604020202020204" pitchFamily="34" charset="0"/>
                          <a:cs typeface="Arial" panose="020B0604020202020204" pitchFamily="34" charset="0"/>
                        </a:rPr>
                        <a:t>You’ll tell VS Code which folder to work in by closing the current folder, opening your named folder, and confirming it’s the active one.</a:t>
                      </a:r>
                    </a:p>
                  </a:txBody>
                  <a:tcPr anchor="ctr"/>
                </a:tc>
                <a:extLst>
                  <a:ext uri="{0D108BD9-81ED-4DB2-BD59-A6C34878D82A}">
                    <a16:rowId xmlns:a16="http://schemas.microsoft.com/office/drawing/2014/main" val="1182212407"/>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5426" y="158265"/>
            <a:ext cx="1009031" cy="1009031"/>
          </a:xfrm>
          <a:prstGeom prst="rect">
            <a:avLst/>
          </a:prstGeom>
        </p:spPr>
      </p:pic>
    </p:spTree>
    <p:extLst>
      <p:ext uri="{BB962C8B-B14F-4D97-AF65-F5344CB8AC3E}">
        <p14:creationId xmlns:p14="http://schemas.microsoft.com/office/powerpoint/2010/main" val="1512510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00810"/>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By the end of the lab, you should have your own </a:t>
            </a:r>
            <a:r>
              <a:rPr lang="en-US" sz="2500" b="1" dirty="0">
                <a:solidFill>
                  <a:schemeClr val="accent2"/>
                </a:solidFill>
                <a:latin typeface="Arial" panose="020B0604020202020204" pitchFamily="34" charset="0"/>
                <a:cs typeface="Arial" panose="020B0604020202020204" pitchFamily="34" charset="0"/>
              </a:rPr>
              <a:t>fork</a:t>
            </a:r>
            <a:r>
              <a:rPr lang="en-US" sz="2500" dirty="0">
                <a:latin typeface="Arial" panose="020B0604020202020204" pitchFamily="34" charset="0"/>
                <a:cs typeface="Arial" panose="020B0604020202020204" pitchFamily="34" charset="0"/>
              </a:rPr>
              <a:t> of the course repository </a:t>
            </a:r>
            <a:r>
              <a:rPr lang="en-US" sz="2500" b="1" dirty="0">
                <a:solidFill>
                  <a:schemeClr val="accent2"/>
                </a:solidFill>
                <a:latin typeface="Arial" panose="020B0604020202020204" pitchFamily="34" charset="0"/>
                <a:cs typeface="Arial" panose="020B0604020202020204" pitchFamily="34" charset="0"/>
              </a:rPr>
              <a:t>cloned into VS Code</a:t>
            </a:r>
            <a:r>
              <a:rPr lang="en-US" sz="2500" dirty="0">
                <a:latin typeface="Arial" panose="020B0604020202020204" pitchFamily="34" charset="0"/>
                <a:cs typeface="Arial" panose="020B0604020202020204" pitchFamily="34" charset="0"/>
              </a:rPr>
              <a:t>, plus your own </a:t>
            </a:r>
            <a:r>
              <a:rPr lang="en-US" sz="2500" b="1" dirty="0">
                <a:solidFill>
                  <a:schemeClr val="accent2"/>
                </a:solidFill>
                <a:latin typeface="Arial" panose="020B0604020202020204" pitchFamily="34" charset="0"/>
                <a:cs typeface="Arial" panose="020B0604020202020204" pitchFamily="34" charset="0"/>
              </a:rPr>
              <a:t>working directory</a:t>
            </a:r>
            <a:r>
              <a:rPr lang="en-US" sz="2500" dirty="0">
                <a:latin typeface="Arial" panose="020B0604020202020204" pitchFamily="34" charset="0"/>
                <a:cs typeface="Arial" panose="020B0604020202020204" pitchFamily="34" charset="0"/>
              </a:rPr>
              <a:t> set up and ready to go.</a:t>
            </a:r>
          </a:p>
        </p:txBody>
      </p:sp>
      <p:graphicFrame>
        <p:nvGraphicFramePr>
          <p:cNvPr id="7" name="Table 6"/>
          <p:cNvGraphicFramePr>
            <a:graphicFrameLocks noGrp="1"/>
          </p:cNvGraphicFramePr>
          <p:nvPr>
            <p:extLst>
              <p:ext uri="{D42A27DB-BD31-4B8C-83A1-F6EECF244321}">
                <p14:modId xmlns:p14="http://schemas.microsoft.com/office/powerpoint/2010/main" val="2565149562"/>
              </p:ext>
            </p:extLst>
          </p:nvPr>
        </p:nvGraphicFramePr>
        <p:xfrm>
          <a:off x="774700" y="3157678"/>
          <a:ext cx="10642600" cy="2527065"/>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515385">
                <a:tc>
                  <a:txBody>
                    <a:bodyPr/>
                    <a:lstStyle/>
                    <a:p>
                      <a:pPr algn="ctr"/>
                      <a:r>
                        <a:rPr lang="en-US" sz="20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998559">
                <a:tc>
                  <a:txBody>
                    <a:bodyPr/>
                    <a:lstStyle/>
                    <a:p>
                      <a:pPr algn="ctr"/>
                      <a:r>
                        <a:rPr lang="en-US" sz="2000" b="1" dirty="0">
                          <a:latin typeface="Arial" panose="020B0604020202020204" pitchFamily="34" charset="0"/>
                          <a:cs typeface="Arial" panose="020B0604020202020204" pitchFamily="34" charset="0"/>
                        </a:rPr>
                        <a:t>Cloned GitHub fork</a:t>
                      </a:r>
                    </a:p>
                  </a:txBody>
                  <a:tcPr anchor="ctr">
                    <a:solidFill>
                      <a:schemeClr val="bg1"/>
                    </a:solidFill>
                  </a:tcPr>
                </a:tc>
                <a:tc>
                  <a:txBody>
                    <a:bodyPr/>
                    <a:lstStyle/>
                    <a:p>
                      <a:pPr algn="ctr"/>
                      <a:r>
                        <a:rPr lang="en-US" sz="2000" dirty="0">
                          <a:latin typeface="Arial" panose="020B0604020202020204" pitchFamily="34" charset="0"/>
                          <a:cs typeface="Arial" panose="020B0604020202020204" pitchFamily="34" charset="0"/>
                        </a:rPr>
                        <a:t>A copy of your forked repository downloaded into VS Code, so you can open, view, and edit all of the course files right on your own computer.</a:t>
                      </a:r>
                    </a:p>
                  </a:txBody>
                  <a:tcPr anchor="ctr">
                    <a:solidFill>
                      <a:schemeClr val="bg1"/>
                    </a:solidFill>
                  </a:tcPr>
                </a:tc>
                <a:extLst>
                  <a:ext uri="{0D108BD9-81ED-4DB2-BD59-A6C34878D82A}">
                    <a16:rowId xmlns:a16="http://schemas.microsoft.com/office/drawing/2014/main" val="344917451"/>
                  </a:ext>
                </a:extLst>
              </a:tr>
              <a:tr h="998559">
                <a:tc>
                  <a:txBody>
                    <a:bodyPr/>
                    <a:lstStyle/>
                    <a:p>
                      <a:pPr algn="ctr"/>
                      <a:r>
                        <a:rPr lang="en-US" sz="2000" b="1" dirty="0">
                          <a:latin typeface="Arial" panose="020B0604020202020204" pitchFamily="34" charset="0"/>
                          <a:cs typeface="Arial" panose="020B0604020202020204" pitchFamily="34" charset="0"/>
                        </a:rPr>
                        <a:t>Working directory</a:t>
                      </a:r>
                    </a:p>
                  </a:txBody>
                  <a:tcPr anchor="ctr">
                    <a:solidFill>
                      <a:schemeClr val="bg1"/>
                    </a:solidFill>
                  </a:tcPr>
                </a:tc>
                <a:tc>
                  <a:txBody>
                    <a:bodyPr/>
                    <a:lstStyle/>
                    <a:p>
                      <a:pPr algn="ctr"/>
                      <a:r>
                        <a:rPr lang="en-US" sz="2000" dirty="0">
                          <a:latin typeface="Arial" panose="020B0604020202020204" pitchFamily="34" charset="0"/>
                          <a:cs typeface="Arial" panose="020B0604020202020204" pitchFamily="34" charset="0"/>
                        </a:rPr>
                        <a:t>Your own named folder inside the </a:t>
                      </a:r>
                      <a:r>
                        <a:rPr lang="en-US" sz="2000" i="1" dirty="0">
                          <a:latin typeface="Arial" panose="020B0604020202020204" pitchFamily="34" charset="0"/>
                          <a:cs typeface="Arial" panose="020B0604020202020204" pitchFamily="34" charset="0"/>
                        </a:rPr>
                        <a:t>USE-ME</a:t>
                      </a:r>
                      <a:r>
                        <a:rPr lang="en-US" sz="2000" dirty="0">
                          <a:latin typeface="Arial" panose="020B0604020202020204" pitchFamily="34" charset="0"/>
                          <a:cs typeface="Arial" panose="020B0604020202020204" pitchFamily="34" charset="0"/>
                        </a:rPr>
                        <a:t> folder, set as VS Code's working directory so everything you create is saved in the right place.</a:t>
                      </a:r>
                    </a:p>
                  </a:txBody>
                  <a:tcPr anchor="ctr">
                    <a:solidFill>
                      <a:schemeClr val="bg1"/>
                    </a:solidFill>
                  </a:tcPr>
                </a:tc>
                <a:extLst>
                  <a:ext uri="{0D108BD9-81ED-4DB2-BD59-A6C34878D82A}">
                    <a16:rowId xmlns:a16="http://schemas.microsoft.com/office/drawing/2014/main" val="1179876108"/>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193499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6BDF-D66D-314B-C42D-5E72E81B9E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87ACB9-46BF-3581-0850-1D590E394E4F}"/>
              </a:ext>
            </a:extLst>
          </p:cNvPr>
          <p:cNvSpPr/>
          <p:nvPr/>
        </p:nvSpPr>
        <p:spPr>
          <a:xfrm>
            <a:off x="914400" y="210724"/>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Visual Studio Code (VS Code)</a:t>
            </a:r>
            <a:endParaRPr lang="en-US" sz="4267" dirty="0">
              <a:solidFill>
                <a:srgbClr val="7030A0"/>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10DF69C5-13E6-8452-6046-9F66EBEEE668}"/>
              </a:ext>
            </a:extLst>
          </p:cNvPr>
          <p:cNvPicPr>
            <a:picLocks noChangeAspect="1"/>
          </p:cNvPicPr>
          <p:nvPr/>
        </p:nvPicPr>
        <p:blipFill>
          <a:blip r:embed="rId3"/>
          <a:stretch>
            <a:fillRect/>
          </a:stretch>
        </p:blipFill>
        <p:spPr>
          <a:xfrm>
            <a:off x="1641334" y="1133832"/>
            <a:ext cx="8909332" cy="5332826"/>
          </a:xfrm>
          <a:prstGeom prst="rect">
            <a:avLst/>
          </a:prstGeom>
          <a:ln>
            <a:solidFill>
              <a:schemeClr val="bg1"/>
            </a:solidFill>
          </a:ln>
        </p:spPr>
      </p:pic>
    </p:spTree>
    <p:extLst>
      <p:ext uri="{BB962C8B-B14F-4D97-AF65-F5344CB8AC3E}">
        <p14:creationId xmlns:p14="http://schemas.microsoft.com/office/powerpoint/2010/main" val="4046296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84122-B927-E951-901E-F1157F531B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B0C985-17BC-22F7-8C91-90CFE6C419DF}"/>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VS Code Layout</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7662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8AD0C-B56A-D9CF-87CA-324B3A3FE8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D18F9C8-5452-A201-D1BD-378A142C2A63}"/>
              </a:ext>
            </a:extLst>
          </p:cNvPr>
          <p:cNvPicPr>
            <a:picLocks noChangeAspect="1"/>
          </p:cNvPicPr>
          <p:nvPr/>
        </p:nvPicPr>
        <p:blipFill>
          <a:blip r:embed="rId2"/>
          <a:stretch>
            <a:fillRect/>
          </a:stretch>
        </p:blipFill>
        <p:spPr>
          <a:xfrm>
            <a:off x="2177708" y="577921"/>
            <a:ext cx="9524482" cy="5702157"/>
          </a:xfrm>
          <a:prstGeom prst="rect">
            <a:avLst/>
          </a:prstGeom>
          <a:ln>
            <a:solidFill>
              <a:schemeClr val="tx2"/>
            </a:solidFill>
          </a:ln>
        </p:spPr>
      </p:pic>
      <p:sp>
        <p:nvSpPr>
          <p:cNvPr id="3" name="Rectangle 2">
            <a:extLst>
              <a:ext uri="{FF2B5EF4-FFF2-40B4-BE49-F238E27FC236}">
                <a16:creationId xmlns:a16="http://schemas.microsoft.com/office/drawing/2014/main" id="{623288B3-555E-04E8-152B-68B290B593FF}"/>
              </a:ext>
            </a:extLst>
          </p:cNvPr>
          <p:cNvSpPr/>
          <p:nvPr/>
        </p:nvSpPr>
        <p:spPr>
          <a:xfrm>
            <a:off x="2177708" y="588195"/>
            <a:ext cx="293529" cy="566928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2791A4F-C7FE-6D42-7C67-388453992B20}"/>
              </a:ext>
            </a:extLst>
          </p:cNvPr>
          <p:cNvSpPr txBox="1"/>
          <p:nvPr/>
        </p:nvSpPr>
        <p:spPr>
          <a:xfrm>
            <a:off x="121813" y="1022178"/>
            <a:ext cx="1857375" cy="4801314"/>
          </a:xfrm>
          <a:prstGeom prst="rect">
            <a:avLst/>
          </a:prstGeom>
          <a:solidFill>
            <a:schemeClr val="bg1"/>
          </a:solidFill>
          <a:ln w="57150">
            <a:solidFill>
              <a:schemeClr val="tx1"/>
            </a:solidFill>
          </a:ln>
        </p:spPr>
        <p:txBody>
          <a:bodyPr wrap="square" rtlCol="0">
            <a:spAutoFit/>
          </a:bodyPr>
          <a:lstStyle/>
          <a:p>
            <a:pPr algn="ctr"/>
            <a:r>
              <a:rPr lang="en-US" b="1" dirty="0">
                <a:latin typeface="Arial" panose="020B0604020202020204" pitchFamily="34" charset="0"/>
                <a:cs typeface="Arial" panose="020B0604020202020204" pitchFamily="34" charset="0"/>
              </a:rPr>
              <a:t>Activity Bar</a:t>
            </a:r>
          </a:p>
          <a:p>
            <a:pPr algn="ctr"/>
            <a:endParaRPr lang="en-US" b="1" dirty="0">
              <a:latin typeface="Arial" panose="020B0604020202020204" pitchFamily="34" charset="0"/>
              <a:cs typeface="Arial" panose="020B0604020202020204" pitchFamily="34" charset="0"/>
            </a:endParaRPr>
          </a:p>
          <a:p>
            <a:pPr algn="ctr"/>
            <a:r>
              <a:rPr lang="en-US" dirty="0"/>
              <a:t>Located on the far left-hand side. Lets you switch between views and gives you additional context-specific indicators, like the number of outgoing changes when Git is enabled. You can change the position of the Activity Bar.</a:t>
            </a:r>
            <a:endParaRPr lang="en-US"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198FFB02-99C4-A47F-CA26-E844D51A3AA4}"/>
              </a:ext>
            </a:extLst>
          </p:cNvPr>
          <p:cNvCxnSpPr>
            <a:stCxn id="4" idx="3"/>
            <a:endCxn id="5" idx="1"/>
          </p:cNvCxnSpPr>
          <p:nvPr/>
        </p:nvCxnSpPr>
        <p:spPr>
          <a:xfrm>
            <a:off x="1979188" y="3422835"/>
            <a:ext cx="198520" cy="6165"/>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656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5F1B-FFD9-48E6-BAF2-174F2CDB91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32F5D3-3F35-3AB3-28AF-52A7002CD5AE}"/>
              </a:ext>
            </a:extLst>
          </p:cNvPr>
          <p:cNvPicPr>
            <a:picLocks noChangeAspect="1"/>
          </p:cNvPicPr>
          <p:nvPr/>
        </p:nvPicPr>
        <p:blipFill>
          <a:blip r:embed="rId2"/>
          <a:stretch>
            <a:fillRect/>
          </a:stretch>
        </p:blipFill>
        <p:spPr>
          <a:xfrm>
            <a:off x="2177708" y="577921"/>
            <a:ext cx="9524482" cy="5702157"/>
          </a:xfrm>
          <a:prstGeom prst="rect">
            <a:avLst/>
          </a:prstGeom>
        </p:spPr>
      </p:pic>
      <p:sp>
        <p:nvSpPr>
          <p:cNvPr id="2" name="Rectangle 1">
            <a:extLst>
              <a:ext uri="{FF2B5EF4-FFF2-40B4-BE49-F238E27FC236}">
                <a16:creationId xmlns:a16="http://schemas.microsoft.com/office/drawing/2014/main" id="{97F04AC7-FD57-BFAB-B19C-DB30FB06E968}"/>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FC935C-B8AB-6ED4-6F1A-8FEA373F20B0}"/>
              </a:ext>
            </a:extLst>
          </p:cNvPr>
          <p:cNvSpPr txBox="1"/>
          <p:nvPr/>
        </p:nvSpPr>
        <p:spPr>
          <a:xfrm>
            <a:off x="195748" y="2274838"/>
            <a:ext cx="1857375" cy="3693319"/>
          </a:xfrm>
          <a:prstGeom prst="rect">
            <a:avLst/>
          </a:prstGeom>
          <a:solidFill>
            <a:schemeClr val="bg1"/>
          </a:solidFill>
          <a:ln w="57150">
            <a:solidFill>
              <a:schemeClr val="tx1"/>
            </a:solidFill>
          </a:ln>
        </p:spPr>
        <p:txBody>
          <a:bodyPr wrap="square" rtlCol="0">
            <a:spAutoFit/>
          </a:bodyPr>
          <a:lstStyle/>
          <a:p>
            <a:pPr algn="ctr"/>
            <a:r>
              <a:rPr lang="en-US" b="1" dirty="0"/>
              <a:t>Primary Side Bar</a:t>
            </a:r>
            <a:endParaRPr lang="en-US" b="1" dirty="0">
              <a:latin typeface="Arial" panose="020B0604020202020204" pitchFamily="34" charset="0"/>
              <a:cs typeface="Arial" panose="020B0604020202020204" pitchFamily="34" charset="0"/>
            </a:endParaRPr>
          </a:p>
          <a:p>
            <a:pPr algn="ctr"/>
            <a:r>
              <a:rPr lang="en-US" dirty="0"/>
              <a:t>Contains different views like the Explorer to assist you while working on your project. Later slides will focus on how to set up the working directory here.</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8487DA-9064-F8F1-078E-80112ADD23BD}"/>
              </a:ext>
            </a:extLst>
          </p:cNvPr>
          <p:cNvSpPr/>
          <p:nvPr/>
        </p:nvSpPr>
        <p:spPr>
          <a:xfrm>
            <a:off x="2426877" y="608743"/>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3855946-CC57-0F7D-3891-5DE33AF91B40}"/>
              </a:ext>
            </a:extLst>
          </p:cNvPr>
          <p:cNvCxnSpPr>
            <a:stCxn id="8" idx="3"/>
            <a:endCxn id="4" idx="1"/>
          </p:cNvCxnSpPr>
          <p:nvPr/>
        </p:nvCxnSpPr>
        <p:spPr>
          <a:xfrm flipV="1">
            <a:off x="2053123" y="3422578"/>
            <a:ext cx="373754" cy="698920"/>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9626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30023-3001-BB12-9697-4BEC18CEA2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0BDE69-C9A7-1F36-E2A9-5C95CB8B2462}"/>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49A4544-E2B5-4318-A493-3B31DC9FB4B9}"/>
              </a:ext>
            </a:extLst>
          </p:cNvPr>
          <p:cNvSpPr/>
          <p:nvPr/>
        </p:nvSpPr>
        <p:spPr>
          <a:xfrm>
            <a:off x="1635767" y="594051"/>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7F25EE5-ED7C-787D-C924-D79A595D8BAF}"/>
              </a:ext>
            </a:extLst>
          </p:cNvPr>
          <p:cNvPicPr>
            <a:picLocks noChangeAspect="1"/>
          </p:cNvPicPr>
          <p:nvPr/>
        </p:nvPicPr>
        <p:blipFill>
          <a:blip r:embed="rId3"/>
          <a:stretch>
            <a:fillRect/>
          </a:stretch>
        </p:blipFill>
        <p:spPr>
          <a:xfrm>
            <a:off x="1448890" y="561380"/>
            <a:ext cx="9570561" cy="5705856"/>
          </a:xfrm>
          <a:prstGeom prst="rect">
            <a:avLst/>
          </a:prstGeom>
        </p:spPr>
      </p:pic>
      <p:sp>
        <p:nvSpPr>
          <p:cNvPr id="9" name="Rectangle 8">
            <a:extLst>
              <a:ext uri="{FF2B5EF4-FFF2-40B4-BE49-F238E27FC236}">
                <a16:creationId xmlns:a16="http://schemas.microsoft.com/office/drawing/2014/main" id="{5571998D-BFAF-FA1A-3DEE-F7891374C6F8}"/>
              </a:ext>
            </a:extLst>
          </p:cNvPr>
          <p:cNvSpPr/>
          <p:nvPr/>
        </p:nvSpPr>
        <p:spPr>
          <a:xfrm>
            <a:off x="1715784" y="725047"/>
            <a:ext cx="9215920" cy="3626778"/>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B78CB2B-E83C-889F-B402-8D08395D768D}"/>
              </a:ext>
            </a:extLst>
          </p:cNvPr>
          <p:cNvSpPr txBox="1"/>
          <p:nvPr/>
        </p:nvSpPr>
        <p:spPr>
          <a:xfrm>
            <a:off x="5112867" y="1384274"/>
            <a:ext cx="2952696" cy="3416320"/>
          </a:xfrm>
          <a:prstGeom prst="rect">
            <a:avLst/>
          </a:prstGeom>
          <a:solidFill>
            <a:schemeClr val="bg1"/>
          </a:solidFill>
          <a:ln w="57150">
            <a:solidFill>
              <a:schemeClr val="tx1"/>
            </a:solidFill>
          </a:ln>
        </p:spPr>
        <p:txBody>
          <a:bodyPr wrap="square" rtlCol="0">
            <a:spAutoFit/>
          </a:bodyPr>
          <a:lstStyle/>
          <a:p>
            <a:pPr algn="ctr"/>
            <a:r>
              <a:rPr lang="en-US" b="1" dirty="0"/>
              <a:t>Editor</a:t>
            </a:r>
          </a:p>
          <a:p>
            <a:pPr algn="ctr"/>
            <a:r>
              <a:rPr lang="en-US" dirty="0"/>
              <a:t>The main area to edit your files. You can open as many editors as you like side by side vertically and horizontally. To open the editor, click </a:t>
            </a:r>
            <a:r>
              <a:rPr lang="en-US" i="1" dirty="0"/>
              <a:t>File</a:t>
            </a:r>
            <a:r>
              <a:rPr lang="en-US" dirty="0"/>
              <a:t>, </a:t>
            </a:r>
            <a:r>
              <a:rPr lang="en-US" i="1" dirty="0"/>
              <a:t>New File</a:t>
            </a:r>
            <a:r>
              <a:rPr lang="en-US" dirty="0"/>
              <a:t>, and then the type of file (center menu will drop down). </a:t>
            </a:r>
            <a:r>
              <a:rPr lang="en-US" b="1" dirty="0">
                <a:solidFill>
                  <a:schemeClr val="accent2"/>
                </a:solidFill>
              </a:rPr>
              <a:t>Later slides </a:t>
            </a:r>
            <a:r>
              <a:rPr lang="en-US" dirty="0"/>
              <a:t>will cover how to open an R Script file.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7478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E5052-13C7-D0B7-B411-AB761A7504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38ACEE-3AE1-5C40-ABA4-B6965DA21E3C}"/>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7C52709-9F8A-0029-AC9F-BA9F2322903C}"/>
              </a:ext>
            </a:extLst>
          </p:cNvPr>
          <p:cNvSpPr/>
          <p:nvPr/>
        </p:nvSpPr>
        <p:spPr>
          <a:xfrm>
            <a:off x="1635767" y="594051"/>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FCBF92A-663D-E7D6-1366-3978011ADD66}"/>
              </a:ext>
            </a:extLst>
          </p:cNvPr>
          <p:cNvPicPr>
            <a:picLocks noChangeAspect="1"/>
          </p:cNvPicPr>
          <p:nvPr/>
        </p:nvPicPr>
        <p:blipFill>
          <a:blip r:embed="rId3"/>
          <a:stretch>
            <a:fillRect/>
          </a:stretch>
        </p:blipFill>
        <p:spPr>
          <a:xfrm>
            <a:off x="1448890" y="561380"/>
            <a:ext cx="9570561" cy="5705856"/>
          </a:xfrm>
          <a:prstGeom prst="rect">
            <a:avLst/>
          </a:prstGeom>
        </p:spPr>
      </p:pic>
      <p:sp>
        <p:nvSpPr>
          <p:cNvPr id="9" name="Rectangle 8">
            <a:extLst>
              <a:ext uri="{FF2B5EF4-FFF2-40B4-BE49-F238E27FC236}">
                <a16:creationId xmlns:a16="http://schemas.microsoft.com/office/drawing/2014/main" id="{FFA85464-9A63-DC4C-18A2-BEFE38AD9429}"/>
              </a:ext>
            </a:extLst>
          </p:cNvPr>
          <p:cNvSpPr/>
          <p:nvPr/>
        </p:nvSpPr>
        <p:spPr>
          <a:xfrm>
            <a:off x="1803531" y="4345969"/>
            <a:ext cx="9138447" cy="1875752"/>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48871CA-0765-84C7-D559-E5C6E9AA5E95}"/>
              </a:ext>
            </a:extLst>
          </p:cNvPr>
          <p:cNvSpPr txBox="1"/>
          <p:nvPr/>
        </p:nvSpPr>
        <p:spPr>
          <a:xfrm>
            <a:off x="6234170" y="761850"/>
            <a:ext cx="3882744" cy="3416320"/>
          </a:xfrm>
          <a:prstGeom prst="rect">
            <a:avLst/>
          </a:prstGeom>
          <a:solidFill>
            <a:schemeClr val="bg1"/>
          </a:solidFill>
          <a:ln w="57150">
            <a:solidFill>
              <a:schemeClr val="tx1"/>
            </a:solidFill>
          </a:ln>
        </p:spPr>
        <p:txBody>
          <a:bodyPr wrap="square" rtlCol="0">
            <a:spAutoFit/>
          </a:bodyPr>
          <a:lstStyle/>
          <a:p>
            <a:pPr algn="ctr"/>
            <a:r>
              <a:rPr lang="en-US" b="1" dirty="0"/>
              <a:t>Panel</a:t>
            </a:r>
          </a:p>
          <a:p>
            <a:pPr algn="ctr"/>
            <a:r>
              <a:rPr lang="en-US" dirty="0"/>
              <a:t>An additional space for views below the editor region. By default, it contains output, debug information, errors and warnings, and an integrated terminal. The </a:t>
            </a:r>
            <a:r>
              <a:rPr lang="en-US" i="1" dirty="0"/>
              <a:t>Panel</a:t>
            </a:r>
            <a:r>
              <a:rPr lang="en-US" dirty="0"/>
              <a:t> can also be moved to the left or right for more vertical space. Later slides will cover how to open the R terminal.</a:t>
            </a:r>
          </a:p>
          <a:p>
            <a:pPr algn="ctr"/>
            <a:endParaRPr lang="en-US" dirty="0">
              <a:latin typeface="Arial" panose="020B0604020202020204" pitchFamily="34" charset="0"/>
              <a:cs typeface="Arial" panose="020B0604020202020204" pitchFamily="34" charset="0"/>
            </a:endParaRPr>
          </a:p>
          <a:p>
            <a:pPr algn="ctr"/>
            <a:r>
              <a:rPr lang="en-US" dirty="0">
                <a:cs typeface="Arial" panose="020B0604020202020204" pitchFamily="34" charset="0"/>
              </a:rPr>
              <a:t>If not visible when you first open VS Code, you can drag it upward. </a:t>
            </a:r>
          </a:p>
        </p:txBody>
      </p:sp>
      <p:cxnSp>
        <p:nvCxnSpPr>
          <p:cNvPr id="11" name="Straight Arrow Connector 10">
            <a:extLst>
              <a:ext uri="{FF2B5EF4-FFF2-40B4-BE49-F238E27FC236}">
                <a16:creationId xmlns:a16="http://schemas.microsoft.com/office/drawing/2014/main" id="{ED302B30-8711-A37D-6795-34B355FD1DF4}"/>
              </a:ext>
            </a:extLst>
          </p:cNvPr>
          <p:cNvCxnSpPr>
            <a:cxnSpLocks/>
            <a:stCxn id="8" idx="2"/>
          </p:cNvCxnSpPr>
          <p:nvPr/>
        </p:nvCxnSpPr>
        <p:spPr>
          <a:xfrm flipH="1">
            <a:off x="6459794" y="4178170"/>
            <a:ext cx="1715748" cy="1105675"/>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3060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3FEE8-C989-EA7C-CAA1-57B18C28AB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E5EF81-6EE7-36BC-E5B0-DBA11809663D}"/>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Task 1: Installing the R Extension</a:t>
            </a:r>
            <a:endParaRPr lang="en-US" sz="4400"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80DDFA06-B373-F690-C158-E893A6E8CF62}"/>
              </a:ext>
            </a:extLst>
          </p:cNvPr>
          <p:cNvPicPr>
            <a:picLocks noChangeAspect="1"/>
          </p:cNvPicPr>
          <p:nvPr/>
        </p:nvPicPr>
        <p:blipFill>
          <a:blip r:embed="rId3"/>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123727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E8C69-785E-1E80-E72A-E1CECA6B6B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CA5D03-6901-9CE3-3D19-D030CF1364E9}"/>
              </a:ext>
            </a:extLst>
          </p:cNvPr>
          <p:cNvPicPr>
            <a:picLocks noChangeAspect="1"/>
          </p:cNvPicPr>
          <p:nvPr/>
        </p:nvPicPr>
        <p:blipFill>
          <a:blip r:embed="rId3"/>
          <a:stretch>
            <a:fillRect/>
          </a:stretch>
        </p:blipFill>
        <p:spPr>
          <a:xfrm>
            <a:off x="710008" y="152849"/>
            <a:ext cx="10771985" cy="6552302"/>
          </a:xfrm>
          <a:prstGeom prst="rect">
            <a:avLst/>
          </a:prstGeom>
        </p:spPr>
      </p:pic>
      <p:sp>
        <p:nvSpPr>
          <p:cNvPr id="4" name="Rectangle 3">
            <a:extLst>
              <a:ext uri="{FF2B5EF4-FFF2-40B4-BE49-F238E27FC236}">
                <a16:creationId xmlns:a16="http://schemas.microsoft.com/office/drawing/2014/main" id="{D0E95B0C-C2F6-27BC-54E6-19929F81F188}"/>
              </a:ext>
            </a:extLst>
          </p:cNvPr>
          <p:cNvSpPr/>
          <p:nvPr/>
        </p:nvSpPr>
        <p:spPr>
          <a:xfrm>
            <a:off x="1032387" y="236306"/>
            <a:ext cx="2142327" cy="639305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6C23F3-B9D2-A439-DEC1-DD58328A105C}"/>
              </a:ext>
            </a:extLst>
          </p:cNvPr>
          <p:cNvSpPr txBox="1"/>
          <p:nvPr/>
        </p:nvSpPr>
        <p:spPr>
          <a:xfrm>
            <a:off x="4818580" y="1592494"/>
            <a:ext cx="4089114" cy="2585323"/>
          </a:xfrm>
          <a:prstGeom prst="rect">
            <a:avLst/>
          </a:prstGeom>
          <a:solidFill>
            <a:schemeClr val="bg1"/>
          </a:solidFill>
        </p:spPr>
        <p:txBody>
          <a:bodyPr wrap="square" rtlCol="0">
            <a:spAutoFit/>
          </a:bodyPr>
          <a:lstStyle/>
          <a:p>
            <a:pPr algn="ctr"/>
            <a:r>
              <a:rPr lang="en-US" b="1" dirty="0"/>
              <a:t>Extension Marketplace</a:t>
            </a:r>
          </a:p>
          <a:p>
            <a:endParaRPr lang="en-US" dirty="0">
              <a:solidFill>
                <a:schemeClr val="bg1"/>
              </a:solidFill>
            </a:endParaRPr>
          </a:p>
          <a:p>
            <a:pPr algn="ctr"/>
            <a:r>
              <a:rPr lang="en-US" dirty="0"/>
              <a:t>We now need to install the R extension via VS Code. To bring up the Extensions view, either click on the Extensions icon in the </a:t>
            </a:r>
            <a:r>
              <a:rPr lang="en-US" b="1" dirty="0"/>
              <a:t>Activity Bar</a:t>
            </a:r>
            <a:r>
              <a:rPr lang="en-US" dirty="0"/>
              <a:t> on the side of VS Code or the </a:t>
            </a:r>
            <a:r>
              <a:rPr lang="en-US" b="1" dirty="0"/>
              <a:t>View:</a:t>
            </a:r>
          </a:p>
          <a:p>
            <a:pPr algn="ctr"/>
            <a:endParaRPr lang="en-US" b="1" dirty="0"/>
          </a:p>
          <a:p>
            <a:pPr algn="ctr"/>
            <a:r>
              <a:rPr lang="en-US" b="1" dirty="0"/>
              <a:t> Extensions</a:t>
            </a:r>
            <a:r>
              <a:rPr lang="en-US" dirty="0"/>
              <a:t> command (</a:t>
            </a:r>
            <a:r>
              <a:rPr lang="en-US" b="1" dirty="0" err="1"/>
              <a:t>Ctrl+Shift+X</a:t>
            </a:r>
            <a:r>
              <a:rPr lang="en-US" dirty="0"/>
              <a:t>).</a:t>
            </a:r>
            <a:endParaRPr lang="en-US" dirty="0">
              <a:solidFill>
                <a:schemeClr val="bg1"/>
              </a:solidFill>
            </a:endParaRPr>
          </a:p>
        </p:txBody>
      </p:sp>
      <p:cxnSp>
        <p:nvCxnSpPr>
          <p:cNvPr id="7" name="Straight Arrow Connector 6">
            <a:extLst>
              <a:ext uri="{FF2B5EF4-FFF2-40B4-BE49-F238E27FC236}">
                <a16:creationId xmlns:a16="http://schemas.microsoft.com/office/drawing/2014/main" id="{AC4C083E-B2CA-8DF3-B9B3-739F2A97265E}"/>
              </a:ext>
            </a:extLst>
          </p:cNvPr>
          <p:cNvCxnSpPr/>
          <p:nvPr/>
        </p:nvCxnSpPr>
        <p:spPr>
          <a:xfrm flipH="1">
            <a:off x="3174714" y="2928135"/>
            <a:ext cx="1633592" cy="0"/>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3C8C49DD-6F1C-7A05-7B50-7EC05D955427}"/>
              </a:ext>
            </a:extLst>
          </p:cNvPr>
          <p:cNvSpPr/>
          <p:nvPr/>
        </p:nvSpPr>
        <p:spPr>
          <a:xfrm>
            <a:off x="710008" y="1632156"/>
            <a:ext cx="283050" cy="314632"/>
          </a:xfrm>
          <a:prstGeom prst="rect">
            <a:avLst/>
          </a:prstGeom>
          <a:noFill/>
          <a:ln w="571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316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44AA-835F-A690-1630-46800C5F5D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A51414-1902-61CF-FB33-9633475B3B7F}"/>
              </a:ext>
            </a:extLst>
          </p:cNvPr>
          <p:cNvPicPr>
            <a:picLocks noChangeAspect="1"/>
          </p:cNvPicPr>
          <p:nvPr/>
        </p:nvPicPr>
        <p:blipFill>
          <a:blip r:embed="rId3"/>
          <a:stretch>
            <a:fillRect/>
          </a:stretch>
        </p:blipFill>
        <p:spPr>
          <a:xfrm>
            <a:off x="6554538" y="146304"/>
            <a:ext cx="5372305" cy="6565392"/>
          </a:xfrm>
          <a:prstGeom prst="rect">
            <a:avLst/>
          </a:prstGeom>
        </p:spPr>
      </p:pic>
      <p:sp>
        <p:nvSpPr>
          <p:cNvPr id="2" name="Rectangle 1">
            <a:extLst>
              <a:ext uri="{FF2B5EF4-FFF2-40B4-BE49-F238E27FC236}">
                <a16:creationId xmlns:a16="http://schemas.microsoft.com/office/drawing/2014/main" id="{9527DA7F-EC62-D57A-4883-A3836A450316}"/>
              </a:ext>
            </a:extLst>
          </p:cNvPr>
          <p:cNvSpPr/>
          <p:nvPr/>
        </p:nvSpPr>
        <p:spPr>
          <a:xfrm>
            <a:off x="6894576" y="356616"/>
            <a:ext cx="2011680" cy="2468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D0915F4-7DE0-8485-2E07-ADB16DC47D1D}"/>
              </a:ext>
            </a:extLst>
          </p:cNvPr>
          <p:cNvSpPr/>
          <p:nvPr/>
        </p:nvSpPr>
        <p:spPr>
          <a:xfrm>
            <a:off x="8372856" y="905256"/>
            <a:ext cx="515112" cy="2468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1D5E4E8-5FC6-DE37-324E-8EBE3C7D0C71}"/>
              </a:ext>
            </a:extLst>
          </p:cNvPr>
          <p:cNvSpPr txBox="1"/>
          <p:nvPr/>
        </p:nvSpPr>
        <p:spPr>
          <a:xfrm>
            <a:off x="864295" y="1036522"/>
            <a:ext cx="4773168" cy="1754326"/>
          </a:xfrm>
          <a:prstGeom prst="rect">
            <a:avLst/>
          </a:prstGeom>
          <a:noFill/>
          <a:ln w="57150">
            <a:solidFill>
              <a:schemeClr val="tx1"/>
            </a:solidFill>
          </a:ln>
        </p:spPr>
        <p:txBody>
          <a:bodyPr wrap="square" rtlCol="0">
            <a:spAutoFit/>
          </a:bodyPr>
          <a:lstStyle/>
          <a:p>
            <a:pPr algn="ctr"/>
            <a:r>
              <a:rPr lang="en-US" b="1" dirty="0"/>
              <a:t>Step 1: Search for </a:t>
            </a:r>
            <a:r>
              <a:rPr lang="en-US" b="1" dirty="0" err="1"/>
              <a:t>REditorSupport</a:t>
            </a:r>
            <a:endParaRPr lang="en-US" b="1" dirty="0"/>
          </a:p>
          <a:p>
            <a:endParaRPr lang="en-US" dirty="0"/>
          </a:p>
          <a:p>
            <a:pPr algn="ctr"/>
            <a:r>
              <a:rPr lang="en-US" dirty="0"/>
              <a:t>After you have the </a:t>
            </a:r>
            <a:r>
              <a:rPr lang="en-US" i="1" dirty="0"/>
              <a:t>Extensions Marketplace </a:t>
            </a:r>
            <a:r>
              <a:rPr lang="en-US" dirty="0"/>
              <a:t>open, you will then want to search for </a:t>
            </a:r>
            <a:r>
              <a:rPr lang="en-US" i="1" dirty="0" err="1"/>
              <a:t>REditorSupport</a:t>
            </a:r>
            <a:r>
              <a:rPr lang="en-US" dirty="0"/>
              <a:t>. This will connect R and VS Code. </a:t>
            </a:r>
          </a:p>
        </p:txBody>
      </p:sp>
      <p:sp>
        <p:nvSpPr>
          <p:cNvPr id="8" name="TextBox 7">
            <a:extLst>
              <a:ext uri="{FF2B5EF4-FFF2-40B4-BE49-F238E27FC236}">
                <a16:creationId xmlns:a16="http://schemas.microsoft.com/office/drawing/2014/main" id="{AD8591C6-7A54-E18A-1390-58B4EB65E748}"/>
              </a:ext>
            </a:extLst>
          </p:cNvPr>
          <p:cNvSpPr txBox="1"/>
          <p:nvPr/>
        </p:nvSpPr>
        <p:spPr>
          <a:xfrm>
            <a:off x="864295" y="3572256"/>
            <a:ext cx="4773168" cy="2308324"/>
          </a:xfrm>
          <a:prstGeom prst="rect">
            <a:avLst/>
          </a:prstGeom>
          <a:noFill/>
          <a:ln w="57150">
            <a:solidFill>
              <a:schemeClr val="tx1"/>
            </a:solidFill>
          </a:ln>
        </p:spPr>
        <p:txBody>
          <a:bodyPr wrap="square" rtlCol="0">
            <a:spAutoFit/>
          </a:bodyPr>
          <a:lstStyle/>
          <a:p>
            <a:pPr algn="ctr"/>
            <a:r>
              <a:rPr lang="en-US" b="1" dirty="0"/>
              <a:t>Step 2: Install R Extension</a:t>
            </a:r>
          </a:p>
          <a:p>
            <a:endParaRPr lang="en-US" dirty="0"/>
          </a:p>
          <a:p>
            <a:pPr algn="ctr"/>
            <a:r>
              <a:rPr lang="en-US" dirty="0"/>
              <a:t>By this point, you should have R downloaded onto your local system. If you have not done so, please navigate to </a:t>
            </a:r>
            <a:r>
              <a:rPr lang="en-US" dirty="0">
                <a:hlinkClick r:id="rId4"/>
              </a:rPr>
              <a:t>https://cran.r-project.org</a:t>
            </a:r>
            <a:r>
              <a:rPr lang="en-US" dirty="0"/>
              <a:t> and download R. If you have R downloaded, all you need to do for this step is click the </a:t>
            </a:r>
            <a:r>
              <a:rPr lang="en-US" i="1" dirty="0"/>
              <a:t>Install </a:t>
            </a:r>
            <a:r>
              <a:rPr lang="en-US" dirty="0"/>
              <a:t>button for the R Extension.</a:t>
            </a:r>
          </a:p>
        </p:txBody>
      </p:sp>
      <p:cxnSp>
        <p:nvCxnSpPr>
          <p:cNvPr id="11" name="Straight Arrow Connector 10">
            <a:extLst>
              <a:ext uri="{FF2B5EF4-FFF2-40B4-BE49-F238E27FC236}">
                <a16:creationId xmlns:a16="http://schemas.microsoft.com/office/drawing/2014/main" id="{F8922422-47D3-27A9-1C66-F0224AA07CCC}"/>
              </a:ext>
            </a:extLst>
          </p:cNvPr>
          <p:cNvCxnSpPr>
            <a:stCxn id="7" idx="3"/>
            <a:endCxn id="2" idx="1"/>
          </p:cNvCxnSpPr>
          <p:nvPr/>
        </p:nvCxnSpPr>
        <p:spPr>
          <a:xfrm flipV="1">
            <a:off x="5637463" y="480060"/>
            <a:ext cx="1257113" cy="1433625"/>
          </a:xfrm>
          <a:prstGeom prst="straightConnector1">
            <a:avLst/>
          </a:prstGeom>
          <a:ln w="57150">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0E0CD14-CFEF-A4F4-F7F4-B8A5A77E8A74}"/>
              </a:ext>
            </a:extLst>
          </p:cNvPr>
          <p:cNvCxnSpPr>
            <a:cxnSpLocks/>
            <a:stCxn id="8" idx="3"/>
            <a:endCxn id="4" idx="1"/>
          </p:cNvCxnSpPr>
          <p:nvPr/>
        </p:nvCxnSpPr>
        <p:spPr>
          <a:xfrm flipV="1">
            <a:off x="5637463" y="1028700"/>
            <a:ext cx="2735393" cy="3697718"/>
          </a:xfrm>
          <a:prstGeom prst="straightConnector1">
            <a:avLst/>
          </a:prstGeom>
          <a:ln w="57150">
            <a:solidFill>
              <a:schemeClr val="bg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623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DB3B9-AA7F-6C4C-A41B-D2AEE57F5C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1C4827-4174-B8BF-8DB8-58F358F74964}"/>
              </a:ext>
            </a:extLst>
          </p:cNvPr>
          <p:cNvPicPr>
            <a:picLocks noChangeAspect="1"/>
          </p:cNvPicPr>
          <p:nvPr/>
        </p:nvPicPr>
        <p:blipFill>
          <a:blip r:embed="rId2"/>
          <a:stretch>
            <a:fillRect/>
          </a:stretch>
        </p:blipFill>
        <p:spPr>
          <a:xfrm>
            <a:off x="678219" y="295280"/>
            <a:ext cx="10835561" cy="6267439"/>
          </a:xfrm>
          <a:prstGeom prst="rect">
            <a:avLst/>
          </a:prstGeom>
        </p:spPr>
      </p:pic>
      <p:sp>
        <p:nvSpPr>
          <p:cNvPr id="2" name="TextBox 1">
            <a:extLst>
              <a:ext uri="{FF2B5EF4-FFF2-40B4-BE49-F238E27FC236}">
                <a16:creationId xmlns:a16="http://schemas.microsoft.com/office/drawing/2014/main" id="{488E4522-4B1A-D269-B53B-CF04E311AF23}"/>
              </a:ext>
            </a:extLst>
          </p:cNvPr>
          <p:cNvSpPr txBox="1"/>
          <p:nvPr/>
        </p:nvSpPr>
        <p:spPr>
          <a:xfrm>
            <a:off x="4302439" y="819912"/>
            <a:ext cx="4773168" cy="1200329"/>
          </a:xfrm>
          <a:prstGeom prst="rect">
            <a:avLst/>
          </a:prstGeom>
          <a:solidFill>
            <a:schemeClr val="bg1"/>
          </a:solidFill>
          <a:ln w="57150">
            <a:solidFill>
              <a:schemeClr val="tx1"/>
            </a:solidFill>
          </a:ln>
        </p:spPr>
        <p:txBody>
          <a:bodyPr wrap="square" rtlCol="0">
            <a:spAutoFit/>
          </a:bodyPr>
          <a:lstStyle/>
          <a:p>
            <a:pPr algn="ctr"/>
            <a:r>
              <a:rPr lang="en-US" dirty="0"/>
              <a:t>Once you have clicked </a:t>
            </a:r>
            <a:r>
              <a:rPr lang="en-US" i="1" dirty="0"/>
              <a:t>Install </a:t>
            </a:r>
            <a:r>
              <a:rPr lang="en-US" dirty="0"/>
              <a:t>on the R Extension option, the </a:t>
            </a:r>
            <a:r>
              <a:rPr lang="en-US" i="1" dirty="0"/>
              <a:t>Install</a:t>
            </a:r>
            <a:r>
              <a:rPr lang="en-US" dirty="0"/>
              <a:t> button should disappear for both the R and R Syntax extensions.</a:t>
            </a:r>
            <a:endParaRPr lang="en-US" i="1" dirty="0"/>
          </a:p>
        </p:txBody>
      </p:sp>
      <p:sp>
        <p:nvSpPr>
          <p:cNvPr id="4" name="Rectangle 3">
            <a:extLst>
              <a:ext uri="{FF2B5EF4-FFF2-40B4-BE49-F238E27FC236}">
                <a16:creationId xmlns:a16="http://schemas.microsoft.com/office/drawing/2014/main" id="{4FBD638E-F53F-AD77-C4BB-E45822CB7890}"/>
              </a:ext>
            </a:extLst>
          </p:cNvPr>
          <p:cNvSpPr/>
          <p:nvPr/>
        </p:nvSpPr>
        <p:spPr>
          <a:xfrm>
            <a:off x="914400" y="569600"/>
            <a:ext cx="2103120" cy="12774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5D7AFB1-1105-BB4A-D395-0A5DF21D6955}"/>
              </a:ext>
            </a:extLst>
          </p:cNvPr>
          <p:cNvCxnSpPr>
            <a:stCxn id="2" idx="1"/>
          </p:cNvCxnSpPr>
          <p:nvPr/>
        </p:nvCxnSpPr>
        <p:spPr>
          <a:xfrm flipH="1" flipV="1">
            <a:off x="3072384" y="1216152"/>
            <a:ext cx="1230055" cy="203925"/>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226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7DB64-3AF9-CB30-7D3E-75E783429A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473B34-4F48-588B-0239-0BE2DE9C21AA}"/>
              </a:ext>
            </a:extLst>
          </p:cNvPr>
          <p:cNvSpPr/>
          <p:nvPr/>
        </p:nvSpPr>
        <p:spPr>
          <a:xfrm>
            <a:off x="914400" y="54864"/>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Opening an R Script </a:t>
            </a:r>
            <a:endParaRPr lang="en-US" sz="4267"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DFAC5F1-E3CE-274B-8D55-58288B778C8F}"/>
              </a:ext>
            </a:extLst>
          </p:cNvPr>
          <p:cNvPicPr>
            <a:picLocks noChangeAspect="1"/>
          </p:cNvPicPr>
          <p:nvPr/>
        </p:nvPicPr>
        <p:blipFill>
          <a:blip r:embed="rId3"/>
          <a:stretch>
            <a:fillRect/>
          </a:stretch>
        </p:blipFill>
        <p:spPr>
          <a:xfrm>
            <a:off x="1504950" y="908304"/>
            <a:ext cx="9182100" cy="5738813"/>
          </a:xfrm>
          <a:prstGeom prst="rect">
            <a:avLst/>
          </a:prstGeom>
        </p:spPr>
      </p:pic>
      <p:sp>
        <p:nvSpPr>
          <p:cNvPr id="7" name="TextBox 6">
            <a:extLst>
              <a:ext uri="{FF2B5EF4-FFF2-40B4-BE49-F238E27FC236}">
                <a16:creationId xmlns:a16="http://schemas.microsoft.com/office/drawing/2014/main" id="{E1B5CC81-9FB8-3566-FF4E-F194C84A6961}"/>
              </a:ext>
            </a:extLst>
          </p:cNvPr>
          <p:cNvSpPr txBox="1"/>
          <p:nvPr/>
        </p:nvSpPr>
        <p:spPr>
          <a:xfrm>
            <a:off x="6621018" y="2606133"/>
            <a:ext cx="4946904" cy="2031325"/>
          </a:xfrm>
          <a:prstGeom prst="rect">
            <a:avLst/>
          </a:prstGeom>
          <a:solidFill>
            <a:schemeClr val="bg1"/>
          </a:solidFill>
          <a:ln w="57150">
            <a:solidFill>
              <a:schemeClr val="tx1"/>
            </a:solidFill>
          </a:ln>
        </p:spPr>
        <p:txBody>
          <a:bodyPr wrap="square" rtlCol="0">
            <a:spAutoFit/>
          </a:bodyPr>
          <a:lstStyle/>
          <a:p>
            <a:pPr algn="ctr"/>
            <a:r>
              <a:rPr lang="en-US" b="1" dirty="0"/>
              <a:t>Step 1: Open an R Script</a:t>
            </a:r>
          </a:p>
          <a:p>
            <a:pPr algn="ctr"/>
            <a:endParaRPr lang="en-US" dirty="0"/>
          </a:p>
          <a:p>
            <a:pPr algn="ctr"/>
            <a:r>
              <a:rPr lang="en-US" dirty="0"/>
              <a:t>Press </a:t>
            </a:r>
            <a:r>
              <a:rPr lang="en-US" b="1" dirty="0"/>
              <a:t>Ctrl + Shift + P</a:t>
            </a:r>
            <a:r>
              <a:rPr lang="en-US" dirty="0"/>
              <a:t> (Windows) or </a:t>
            </a:r>
            <a:r>
              <a:rPr lang="en-US" b="1" dirty="0" err="1"/>
              <a:t>Cmd</a:t>
            </a:r>
            <a:r>
              <a:rPr lang="en-US" b="1" dirty="0"/>
              <a:t> + Shift + P</a:t>
            </a:r>
            <a:r>
              <a:rPr lang="en-US" dirty="0"/>
              <a:t> (Mac) to open the Command Palette. Type </a:t>
            </a:r>
            <a:r>
              <a:rPr lang="en-US" b="1" dirty="0"/>
              <a:t>R</a:t>
            </a:r>
            <a:r>
              <a:rPr lang="en-US" dirty="0"/>
              <a:t> and select </a:t>
            </a:r>
            <a:r>
              <a:rPr lang="en-US" b="1" dirty="0"/>
              <a:t>R: Create R File</a:t>
            </a:r>
            <a:r>
              <a:rPr lang="en-US" dirty="0"/>
              <a:t> (or </a:t>
            </a:r>
            <a:r>
              <a:rPr lang="en-US" b="1" dirty="0"/>
              <a:t>R Document (R)</a:t>
            </a:r>
            <a:r>
              <a:rPr lang="en-US" dirty="0"/>
              <a:t>, depending on your setup). This will open a new R script where you can write and run R code.</a:t>
            </a:r>
          </a:p>
        </p:txBody>
      </p:sp>
      <p:sp>
        <p:nvSpPr>
          <p:cNvPr id="8" name="Rectangle 7">
            <a:extLst>
              <a:ext uri="{FF2B5EF4-FFF2-40B4-BE49-F238E27FC236}">
                <a16:creationId xmlns:a16="http://schemas.microsoft.com/office/drawing/2014/main" id="{E604C5AF-4D9A-9B90-EB23-02462BABB97E}"/>
              </a:ext>
            </a:extLst>
          </p:cNvPr>
          <p:cNvSpPr/>
          <p:nvPr/>
        </p:nvSpPr>
        <p:spPr>
          <a:xfrm>
            <a:off x="4445127" y="1046201"/>
            <a:ext cx="3301746" cy="265176"/>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565D4F-D70D-437F-1690-5464BC1E34D3}"/>
              </a:ext>
            </a:extLst>
          </p:cNvPr>
          <p:cNvSpPr/>
          <p:nvPr/>
        </p:nvSpPr>
        <p:spPr>
          <a:xfrm>
            <a:off x="4445127" y="1560991"/>
            <a:ext cx="3301746" cy="265176"/>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BC00644-6B26-037E-40E3-C435BC49EA6D}"/>
              </a:ext>
            </a:extLst>
          </p:cNvPr>
          <p:cNvCxnSpPr>
            <a:stCxn id="7" idx="1"/>
            <a:endCxn id="9" idx="2"/>
          </p:cNvCxnSpPr>
          <p:nvPr/>
        </p:nvCxnSpPr>
        <p:spPr>
          <a:xfrm flipH="1" flipV="1">
            <a:off x="6096000" y="1826167"/>
            <a:ext cx="525018" cy="179562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0FDC442-4BAF-0936-1681-091B37974A85}"/>
              </a:ext>
            </a:extLst>
          </p:cNvPr>
          <p:cNvCxnSpPr>
            <a:stCxn id="7" idx="0"/>
            <a:endCxn id="8" idx="3"/>
          </p:cNvCxnSpPr>
          <p:nvPr/>
        </p:nvCxnSpPr>
        <p:spPr>
          <a:xfrm flipH="1" flipV="1">
            <a:off x="7746873" y="1178789"/>
            <a:ext cx="1347597" cy="142734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411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49030A-F6D0-55DC-2E1F-F3BC0B3C9409}"/>
              </a:ext>
            </a:extLst>
          </p:cNvPr>
          <p:cNvPicPr>
            <a:picLocks noChangeAspect="1"/>
          </p:cNvPicPr>
          <p:nvPr/>
        </p:nvPicPr>
        <p:blipFill>
          <a:blip r:embed="rId2"/>
          <a:stretch>
            <a:fillRect/>
          </a:stretch>
        </p:blipFill>
        <p:spPr>
          <a:xfrm>
            <a:off x="1365993" y="411480"/>
            <a:ext cx="9460013" cy="6035040"/>
          </a:xfrm>
          <a:prstGeom prst="rect">
            <a:avLst/>
          </a:prstGeom>
        </p:spPr>
      </p:pic>
      <p:sp>
        <p:nvSpPr>
          <p:cNvPr id="2" name="TextBox 1">
            <a:extLst>
              <a:ext uri="{FF2B5EF4-FFF2-40B4-BE49-F238E27FC236}">
                <a16:creationId xmlns:a16="http://schemas.microsoft.com/office/drawing/2014/main" id="{F5B66CE4-0177-4BCE-1123-BE3641045AE2}"/>
              </a:ext>
            </a:extLst>
          </p:cNvPr>
          <p:cNvSpPr txBox="1"/>
          <p:nvPr/>
        </p:nvSpPr>
        <p:spPr>
          <a:xfrm>
            <a:off x="3446205" y="1913838"/>
            <a:ext cx="5299587" cy="2031325"/>
          </a:xfrm>
          <a:prstGeom prst="rect">
            <a:avLst/>
          </a:prstGeom>
          <a:solidFill>
            <a:schemeClr val="bg1"/>
          </a:solidFill>
        </p:spPr>
        <p:txBody>
          <a:bodyPr wrap="square" rtlCol="0">
            <a:spAutoFit/>
          </a:bodyPr>
          <a:lstStyle/>
          <a:p>
            <a:pPr algn="ctr"/>
            <a:r>
              <a:rPr lang="en-US" b="1" dirty="0"/>
              <a:t>Step 2: Open the R Terminal</a:t>
            </a:r>
          </a:p>
          <a:p>
            <a:pPr algn="ctr"/>
            <a:endParaRPr lang="en-US" b="1" dirty="0"/>
          </a:p>
          <a:p>
            <a:pPr algn="ctr"/>
            <a:r>
              <a:rPr lang="en-US" dirty="0"/>
              <a:t>Press</a:t>
            </a:r>
            <a:r>
              <a:rPr lang="en-US" b="1" dirty="0"/>
              <a:t> Ctrl + Enter</a:t>
            </a:r>
            <a:r>
              <a:rPr lang="en-US" dirty="0"/>
              <a:t> to run a line of code, which opens the R terminal (i.e., where we can see any errors and the log of our code runs). Most of the work for this lab will happen within the R scripts, rather than the R terminal. </a:t>
            </a:r>
          </a:p>
        </p:txBody>
      </p:sp>
      <p:sp>
        <p:nvSpPr>
          <p:cNvPr id="4" name="Rectangle 3">
            <a:extLst>
              <a:ext uri="{FF2B5EF4-FFF2-40B4-BE49-F238E27FC236}">
                <a16:creationId xmlns:a16="http://schemas.microsoft.com/office/drawing/2014/main" id="{02C6371F-527C-55C6-DA17-525C9330D82F}"/>
              </a:ext>
            </a:extLst>
          </p:cNvPr>
          <p:cNvSpPr/>
          <p:nvPr/>
        </p:nvSpPr>
        <p:spPr>
          <a:xfrm>
            <a:off x="1524000" y="4404852"/>
            <a:ext cx="8534400" cy="198267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247FE08-4664-2631-AF0A-FC994A659607}"/>
              </a:ext>
            </a:extLst>
          </p:cNvPr>
          <p:cNvCxnSpPr>
            <a:cxnSpLocks/>
            <a:stCxn id="2" idx="2"/>
          </p:cNvCxnSpPr>
          <p:nvPr/>
        </p:nvCxnSpPr>
        <p:spPr>
          <a:xfrm flipH="1">
            <a:off x="5801032" y="3945163"/>
            <a:ext cx="294967" cy="45968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672CBA3-BE3F-6B59-F5F8-6B5BDF3CE132}"/>
              </a:ext>
            </a:extLst>
          </p:cNvPr>
          <p:cNvSpPr/>
          <p:nvPr/>
        </p:nvSpPr>
        <p:spPr>
          <a:xfrm>
            <a:off x="1524000" y="580103"/>
            <a:ext cx="9302006" cy="85540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C7EDB7CC-E8BD-A859-4F7F-93F1579A4742}"/>
              </a:ext>
            </a:extLst>
          </p:cNvPr>
          <p:cNvCxnSpPr>
            <a:cxnSpLocks/>
            <a:stCxn id="2" idx="0"/>
            <a:endCxn id="8" idx="2"/>
          </p:cNvCxnSpPr>
          <p:nvPr/>
        </p:nvCxnSpPr>
        <p:spPr>
          <a:xfrm flipV="1">
            <a:off x="6095999" y="1435510"/>
            <a:ext cx="79004" cy="47832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879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3D57-38E4-91DD-64C4-B931E39F38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688A52-6E3C-3EE9-9858-5516E2FDE67A}"/>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Task 2: GitHub Copilot Setup</a:t>
            </a:r>
            <a:endParaRPr lang="en-US" sz="4400"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3C1F49F6-EBE7-E9EE-6526-C5F42D451D45}"/>
              </a:ext>
            </a:extLst>
          </p:cNvPr>
          <p:cNvPicPr>
            <a:picLocks noChangeAspect="1"/>
          </p:cNvPicPr>
          <p:nvPr/>
        </p:nvPicPr>
        <p:blipFill>
          <a:blip r:embed="rId2"/>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3567191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2A5061-67EF-4F6A-D1BC-7459C1EA91EC}"/>
              </a:ext>
            </a:extLst>
          </p:cNvPr>
          <p:cNvPicPr>
            <a:picLocks noChangeAspect="1"/>
          </p:cNvPicPr>
          <p:nvPr/>
        </p:nvPicPr>
        <p:blipFill>
          <a:blip r:embed="rId3"/>
          <a:stretch>
            <a:fillRect/>
          </a:stretch>
        </p:blipFill>
        <p:spPr>
          <a:xfrm>
            <a:off x="623707" y="156738"/>
            <a:ext cx="10944586" cy="6544523"/>
          </a:xfrm>
          <a:prstGeom prst="rect">
            <a:avLst/>
          </a:prstGeom>
        </p:spPr>
      </p:pic>
      <p:sp>
        <p:nvSpPr>
          <p:cNvPr id="2" name="Rectangle 1">
            <a:extLst>
              <a:ext uri="{FF2B5EF4-FFF2-40B4-BE49-F238E27FC236}">
                <a16:creationId xmlns:a16="http://schemas.microsoft.com/office/drawing/2014/main" id="{F86E53A7-B024-6926-80C1-56CD174C66E5}"/>
              </a:ext>
            </a:extLst>
          </p:cNvPr>
          <p:cNvSpPr/>
          <p:nvPr/>
        </p:nvSpPr>
        <p:spPr>
          <a:xfrm>
            <a:off x="11106150" y="6524625"/>
            <a:ext cx="304800" cy="22426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A793A04D-91E4-A472-46D6-B535DD769881}"/>
              </a:ext>
            </a:extLst>
          </p:cNvPr>
          <p:cNvCxnSpPr>
            <a:cxnSpLocks/>
            <a:stCxn id="9" idx="3"/>
          </p:cNvCxnSpPr>
          <p:nvPr/>
        </p:nvCxnSpPr>
        <p:spPr>
          <a:xfrm>
            <a:off x="7796911" y="3998762"/>
            <a:ext cx="3309239" cy="2525863"/>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92E95AC-A3FE-1C80-10A9-3E0168C798D6}"/>
              </a:ext>
            </a:extLst>
          </p:cNvPr>
          <p:cNvSpPr txBox="1"/>
          <p:nvPr/>
        </p:nvSpPr>
        <p:spPr>
          <a:xfrm>
            <a:off x="3914167" y="2290602"/>
            <a:ext cx="3882744" cy="3416320"/>
          </a:xfrm>
          <a:prstGeom prst="rect">
            <a:avLst/>
          </a:prstGeom>
          <a:solidFill>
            <a:schemeClr val="bg1"/>
          </a:solidFill>
          <a:ln w="57150">
            <a:solidFill>
              <a:schemeClr val="tx1"/>
            </a:solidFill>
          </a:ln>
        </p:spPr>
        <p:txBody>
          <a:bodyPr wrap="square" rtlCol="0">
            <a:spAutoFit/>
          </a:bodyPr>
          <a:lstStyle/>
          <a:p>
            <a:pPr algn="ctr"/>
            <a:r>
              <a:rPr lang="en-US" b="1" dirty="0"/>
              <a:t>Step 1: GitHub Copilot</a:t>
            </a:r>
          </a:p>
          <a:p>
            <a:pPr algn="ctr"/>
            <a:endParaRPr lang="en-US" b="1" dirty="0">
              <a:latin typeface="Arial" panose="020B0604020202020204" pitchFamily="34" charset="0"/>
              <a:cs typeface="Arial" panose="020B0604020202020204" pitchFamily="34" charset="0"/>
            </a:endParaRPr>
          </a:p>
          <a:p>
            <a:pPr algn="ctr"/>
            <a:r>
              <a:rPr lang="en-US" dirty="0"/>
              <a:t>  VS Code provides an integrated GitHub Copilot feature that can be used to aid with coding and other tasks. We will primarily be using this to help us develop and update our model pipeline. First, we must </a:t>
            </a:r>
            <a:r>
              <a:rPr lang="en-US" b="1" dirty="0"/>
              <a:t>connect VS Code to our GitHub </a:t>
            </a:r>
            <a:r>
              <a:rPr lang="en-US" dirty="0"/>
              <a:t>account.  </a:t>
            </a:r>
            <a:r>
              <a:rPr lang="en-US" b="1" dirty="0"/>
              <a:t>Click the GitHub Copilot icon</a:t>
            </a:r>
            <a:r>
              <a:rPr lang="en-US" dirty="0"/>
              <a:t> in the bottom right of the VS Code interface to get started.</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270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6C5120-DB84-E669-76A2-4CAE99E35FE4}"/>
              </a:ext>
            </a:extLst>
          </p:cNvPr>
          <p:cNvPicPr>
            <a:picLocks noChangeAspect="1"/>
          </p:cNvPicPr>
          <p:nvPr/>
        </p:nvPicPr>
        <p:blipFill>
          <a:blip r:embed="rId3"/>
          <a:stretch>
            <a:fillRect/>
          </a:stretch>
        </p:blipFill>
        <p:spPr>
          <a:xfrm>
            <a:off x="3990252" y="419039"/>
            <a:ext cx="7458129" cy="6019922"/>
          </a:xfrm>
          <a:prstGeom prst="rect">
            <a:avLst/>
          </a:prstGeom>
        </p:spPr>
      </p:pic>
      <p:sp>
        <p:nvSpPr>
          <p:cNvPr id="2" name="Rectangle 1">
            <a:extLst>
              <a:ext uri="{FF2B5EF4-FFF2-40B4-BE49-F238E27FC236}">
                <a16:creationId xmlns:a16="http://schemas.microsoft.com/office/drawing/2014/main" id="{40530E06-5BEC-E35D-BA0B-776BD0B4F6AC}"/>
              </a:ext>
            </a:extLst>
          </p:cNvPr>
          <p:cNvSpPr/>
          <p:nvPr/>
        </p:nvSpPr>
        <p:spPr>
          <a:xfrm>
            <a:off x="5732980" y="2722653"/>
            <a:ext cx="3667874" cy="523982"/>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BA76E9-DACD-94D6-B1C2-429B63DAFBEC}"/>
              </a:ext>
            </a:extLst>
          </p:cNvPr>
          <p:cNvSpPr txBox="1"/>
          <p:nvPr/>
        </p:nvSpPr>
        <p:spPr>
          <a:xfrm>
            <a:off x="298860" y="2230972"/>
            <a:ext cx="3386593" cy="2031325"/>
          </a:xfrm>
          <a:prstGeom prst="rect">
            <a:avLst/>
          </a:prstGeom>
          <a:solidFill>
            <a:schemeClr val="bg1"/>
          </a:solidFill>
          <a:ln w="57150">
            <a:solidFill>
              <a:schemeClr val="tx1"/>
            </a:solidFill>
          </a:ln>
        </p:spPr>
        <p:txBody>
          <a:bodyPr wrap="square" rtlCol="0">
            <a:spAutoFit/>
          </a:bodyPr>
          <a:lstStyle/>
          <a:p>
            <a:pPr algn="ctr"/>
            <a:r>
              <a:rPr lang="en-US" b="1" dirty="0"/>
              <a:t>Step 2: Continue with GitHub</a:t>
            </a:r>
          </a:p>
          <a:p>
            <a:pPr algn="ctr"/>
            <a:endParaRPr lang="en-US" b="1" dirty="0">
              <a:latin typeface="Arial" panose="020B0604020202020204" pitchFamily="34" charset="0"/>
              <a:cs typeface="Arial" panose="020B0604020202020204" pitchFamily="34" charset="0"/>
            </a:endParaRPr>
          </a:p>
          <a:p>
            <a:pPr algn="ctr"/>
            <a:r>
              <a:rPr lang="en-US" dirty="0"/>
              <a:t>  Next, click the “Continue with GitHub” option. This will open the GitHub login page and is where you will log into your GitHub account.</a:t>
            </a:r>
            <a:endParaRPr lang="en-US"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DA90079-BFFE-BD9F-265B-03D16AE54DA8}"/>
              </a:ext>
            </a:extLst>
          </p:cNvPr>
          <p:cNvCxnSpPr>
            <a:stCxn id="5" idx="3"/>
            <a:endCxn id="2" idx="1"/>
          </p:cNvCxnSpPr>
          <p:nvPr/>
        </p:nvCxnSpPr>
        <p:spPr>
          <a:xfrm flipV="1">
            <a:off x="3685453" y="2984644"/>
            <a:ext cx="2047527" cy="261991"/>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374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01D249-DC2A-793B-6388-383DA27E54AC}"/>
              </a:ext>
            </a:extLst>
          </p:cNvPr>
          <p:cNvPicPr>
            <a:picLocks noChangeAspect="1"/>
          </p:cNvPicPr>
          <p:nvPr/>
        </p:nvPicPr>
        <p:blipFill>
          <a:blip r:embed="rId2"/>
          <a:stretch>
            <a:fillRect/>
          </a:stretch>
        </p:blipFill>
        <p:spPr>
          <a:xfrm>
            <a:off x="5868337" y="556807"/>
            <a:ext cx="5182323" cy="5744377"/>
          </a:xfrm>
          <a:prstGeom prst="rect">
            <a:avLst/>
          </a:prstGeom>
        </p:spPr>
      </p:pic>
      <p:sp>
        <p:nvSpPr>
          <p:cNvPr id="2" name="TextBox 1">
            <a:extLst>
              <a:ext uri="{FF2B5EF4-FFF2-40B4-BE49-F238E27FC236}">
                <a16:creationId xmlns:a16="http://schemas.microsoft.com/office/drawing/2014/main" id="{1607E6CB-7560-0AC9-FBCA-F3BA14FC5FA4}"/>
              </a:ext>
            </a:extLst>
          </p:cNvPr>
          <p:cNvSpPr txBox="1"/>
          <p:nvPr/>
        </p:nvSpPr>
        <p:spPr>
          <a:xfrm>
            <a:off x="1387919" y="2413332"/>
            <a:ext cx="3386593" cy="2031325"/>
          </a:xfrm>
          <a:prstGeom prst="rect">
            <a:avLst/>
          </a:prstGeom>
          <a:solidFill>
            <a:schemeClr val="bg1"/>
          </a:solidFill>
          <a:ln w="57150">
            <a:solidFill>
              <a:schemeClr val="tx1"/>
            </a:solidFill>
          </a:ln>
        </p:spPr>
        <p:txBody>
          <a:bodyPr wrap="square" rtlCol="0">
            <a:spAutoFit/>
          </a:bodyPr>
          <a:lstStyle/>
          <a:p>
            <a:pPr algn="ctr"/>
            <a:r>
              <a:rPr lang="en-US" b="1" dirty="0"/>
              <a:t>Step 3: Authorize VS Code</a:t>
            </a:r>
          </a:p>
          <a:p>
            <a:pPr algn="ctr"/>
            <a:endParaRPr lang="en-US" b="1" dirty="0">
              <a:latin typeface="Arial" panose="020B0604020202020204" pitchFamily="34" charset="0"/>
              <a:cs typeface="Arial" panose="020B0604020202020204" pitchFamily="34" charset="0"/>
            </a:endParaRPr>
          </a:p>
          <a:p>
            <a:pPr algn="ctr"/>
            <a:r>
              <a:rPr lang="en-US" dirty="0"/>
              <a:t>If you are already logged into your GitHub account, click “Continue”. Otherwise, log into your GitHub account and then authorize VS Code. </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D3EA3DA1-2DB5-CB95-7515-FF09103707E5}"/>
              </a:ext>
            </a:extLst>
          </p:cNvPr>
          <p:cNvSpPr/>
          <p:nvPr/>
        </p:nvSpPr>
        <p:spPr>
          <a:xfrm>
            <a:off x="9195371" y="2948683"/>
            <a:ext cx="1099335" cy="59590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4022674-BF39-A9E0-8075-AE5731E31DD3}"/>
              </a:ext>
            </a:extLst>
          </p:cNvPr>
          <p:cNvCxnSpPr>
            <a:stCxn id="2" idx="3"/>
            <a:endCxn id="4" idx="1"/>
          </p:cNvCxnSpPr>
          <p:nvPr/>
        </p:nvCxnSpPr>
        <p:spPr>
          <a:xfrm flipV="1">
            <a:off x="4774512" y="3246634"/>
            <a:ext cx="4420859" cy="1823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893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29FBB1-51B3-B8A5-9F54-9C84D82D2880}"/>
              </a:ext>
            </a:extLst>
          </p:cNvPr>
          <p:cNvPicPr>
            <a:picLocks noChangeAspect="1"/>
          </p:cNvPicPr>
          <p:nvPr/>
        </p:nvPicPr>
        <p:blipFill>
          <a:blip r:embed="rId2"/>
          <a:stretch>
            <a:fillRect/>
          </a:stretch>
        </p:blipFill>
        <p:spPr>
          <a:xfrm>
            <a:off x="3676220" y="1552307"/>
            <a:ext cx="7716327" cy="3753374"/>
          </a:xfrm>
          <a:prstGeom prst="rect">
            <a:avLst/>
          </a:prstGeom>
        </p:spPr>
      </p:pic>
      <p:sp>
        <p:nvSpPr>
          <p:cNvPr id="2" name="TextBox 1">
            <a:extLst>
              <a:ext uri="{FF2B5EF4-FFF2-40B4-BE49-F238E27FC236}">
                <a16:creationId xmlns:a16="http://schemas.microsoft.com/office/drawing/2014/main" id="{2F74B064-BDC3-9094-22BE-8DE4F6007211}"/>
              </a:ext>
            </a:extLst>
          </p:cNvPr>
          <p:cNvSpPr txBox="1"/>
          <p:nvPr/>
        </p:nvSpPr>
        <p:spPr>
          <a:xfrm>
            <a:off x="709827" y="3122249"/>
            <a:ext cx="3386593" cy="2308324"/>
          </a:xfrm>
          <a:prstGeom prst="rect">
            <a:avLst/>
          </a:prstGeom>
          <a:solidFill>
            <a:schemeClr val="bg1"/>
          </a:solidFill>
          <a:ln w="57150">
            <a:solidFill>
              <a:schemeClr val="tx1"/>
            </a:solidFill>
          </a:ln>
        </p:spPr>
        <p:txBody>
          <a:bodyPr wrap="square" rtlCol="0">
            <a:spAutoFit/>
          </a:bodyPr>
          <a:lstStyle/>
          <a:p>
            <a:pPr algn="ctr"/>
            <a:r>
              <a:rPr lang="en-US" b="1" dirty="0"/>
              <a:t>Step 4: Open VS Code</a:t>
            </a:r>
          </a:p>
          <a:p>
            <a:pPr algn="ctr"/>
            <a:endParaRPr lang="en-US" b="1" dirty="0">
              <a:latin typeface="Arial" panose="020B0604020202020204" pitchFamily="34" charset="0"/>
              <a:cs typeface="Arial" panose="020B0604020202020204" pitchFamily="34" charset="0"/>
            </a:endParaRPr>
          </a:p>
          <a:p>
            <a:pPr algn="ctr"/>
            <a:r>
              <a:rPr lang="en-US" dirty="0"/>
              <a:t>Once you have successfully authorized VS Code and/or logged into your GitHub account you should see the “Open Visual Studio Code” pop-up. Click “Open Visual Studio Code”.</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8BF6141-EBE1-22A9-1D7F-0D815A4A5A42}"/>
              </a:ext>
            </a:extLst>
          </p:cNvPr>
          <p:cNvSpPr/>
          <p:nvPr/>
        </p:nvSpPr>
        <p:spPr>
          <a:xfrm>
            <a:off x="7366572" y="3428994"/>
            <a:ext cx="1777429" cy="49573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18CC78B9-EB0E-CD4D-FE37-8A737767F757}"/>
              </a:ext>
            </a:extLst>
          </p:cNvPr>
          <p:cNvCxnSpPr>
            <a:stCxn id="2" idx="3"/>
          </p:cNvCxnSpPr>
          <p:nvPr/>
        </p:nvCxnSpPr>
        <p:spPr>
          <a:xfrm flipV="1">
            <a:off x="4096420" y="3678148"/>
            <a:ext cx="3229056" cy="59826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702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E5D73-C337-DD60-2B3F-E28E0FCDEB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3DFF43-937B-C425-F80B-1E8494AF645F}"/>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GitHub Copilot Layout</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9793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2EBD96-DB7E-A3BD-F79F-0C0D18611165}"/>
              </a:ext>
            </a:extLst>
          </p:cNvPr>
          <p:cNvPicPr>
            <a:picLocks noChangeAspect="1"/>
          </p:cNvPicPr>
          <p:nvPr/>
        </p:nvPicPr>
        <p:blipFill>
          <a:blip r:embed="rId2"/>
          <a:stretch>
            <a:fillRect/>
          </a:stretch>
        </p:blipFill>
        <p:spPr>
          <a:xfrm>
            <a:off x="623707" y="156738"/>
            <a:ext cx="10944586" cy="6544523"/>
          </a:xfrm>
          <a:prstGeom prst="rect">
            <a:avLst/>
          </a:prstGeom>
        </p:spPr>
      </p:pic>
      <p:sp>
        <p:nvSpPr>
          <p:cNvPr id="3" name="TextBox 2">
            <a:extLst>
              <a:ext uri="{FF2B5EF4-FFF2-40B4-BE49-F238E27FC236}">
                <a16:creationId xmlns:a16="http://schemas.microsoft.com/office/drawing/2014/main" id="{A22E7918-FC90-6E29-25B9-EBA7243EE701}"/>
              </a:ext>
            </a:extLst>
          </p:cNvPr>
          <p:cNvSpPr txBox="1"/>
          <p:nvPr/>
        </p:nvSpPr>
        <p:spPr>
          <a:xfrm>
            <a:off x="1197465" y="4708139"/>
            <a:ext cx="3882744" cy="1477328"/>
          </a:xfrm>
          <a:prstGeom prst="rect">
            <a:avLst/>
          </a:prstGeom>
          <a:solidFill>
            <a:schemeClr val="bg1"/>
          </a:solidFill>
          <a:ln w="57150">
            <a:solidFill>
              <a:schemeClr val="tx1"/>
            </a:solidFill>
          </a:ln>
        </p:spPr>
        <p:txBody>
          <a:bodyPr wrap="square" rtlCol="0">
            <a:spAutoFit/>
          </a:bodyPr>
          <a:lstStyle/>
          <a:p>
            <a:pPr algn="ctr"/>
            <a:r>
              <a:rPr lang="en-US" b="1" dirty="0"/>
              <a:t>Step 1: Opening the Chat </a:t>
            </a:r>
          </a:p>
          <a:p>
            <a:pPr algn="ctr"/>
            <a:endParaRPr lang="en-US" b="1" dirty="0">
              <a:latin typeface="Arial" panose="020B0604020202020204" pitchFamily="34" charset="0"/>
              <a:cs typeface="Arial" panose="020B0604020202020204" pitchFamily="34" charset="0"/>
            </a:endParaRPr>
          </a:p>
          <a:p>
            <a:pPr algn="ctr"/>
            <a:r>
              <a:rPr lang="en-US" dirty="0"/>
              <a:t> Next to the search bar there is a chat box icon with little stars by it. To open the chat sidebar, click the icon.</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B42BFF3-7F7B-F80C-93AD-BA6F30E4F4D9}"/>
              </a:ext>
            </a:extLst>
          </p:cNvPr>
          <p:cNvSpPr/>
          <p:nvPr/>
        </p:nvSpPr>
        <p:spPr>
          <a:xfrm>
            <a:off x="7765419" y="109846"/>
            <a:ext cx="441790" cy="288088"/>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7E2A6925-DC40-8985-13ED-4D51A1B47423}"/>
              </a:ext>
            </a:extLst>
          </p:cNvPr>
          <p:cNvCxnSpPr>
            <a:cxnSpLocks/>
            <a:stCxn id="3" idx="3"/>
            <a:endCxn id="4" idx="1"/>
          </p:cNvCxnSpPr>
          <p:nvPr/>
        </p:nvCxnSpPr>
        <p:spPr>
          <a:xfrm flipV="1">
            <a:off x="5080209" y="253890"/>
            <a:ext cx="2685210" cy="5192913"/>
          </a:xfrm>
          <a:prstGeom prst="straightConnector1">
            <a:avLst/>
          </a:prstGeom>
          <a:ln w="5715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318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49318-42FF-BE53-7837-551911180C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D62AB9-8E95-15BF-3DED-C984D013438D}"/>
              </a:ext>
            </a:extLst>
          </p:cNvPr>
          <p:cNvPicPr>
            <a:picLocks noChangeAspect="1"/>
          </p:cNvPicPr>
          <p:nvPr/>
        </p:nvPicPr>
        <p:blipFill>
          <a:blip r:embed="rId2"/>
          <a:stretch>
            <a:fillRect/>
          </a:stretch>
        </p:blipFill>
        <p:spPr>
          <a:xfrm>
            <a:off x="2066973" y="523570"/>
            <a:ext cx="9752696" cy="5810860"/>
          </a:xfrm>
          <a:prstGeom prst="rect">
            <a:avLst/>
          </a:prstGeom>
        </p:spPr>
      </p:pic>
      <p:sp>
        <p:nvSpPr>
          <p:cNvPr id="4" name="TextBox 3">
            <a:extLst>
              <a:ext uri="{FF2B5EF4-FFF2-40B4-BE49-F238E27FC236}">
                <a16:creationId xmlns:a16="http://schemas.microsoft.com/office/drawing/2014/main" id="{A0E9A084-0803-C6F0-734A-5F1A6C87B350}"/>
              </a:ext>
            </a:extLst>
          </p:cNvPr>
          <p:cNvSpPr txBox="1"/>
          <p:nvPr/>
        </p:nvSpPr>
        <p:spPr>
          <a:xfrm>
            <a:off x="458911" y="665252"/>
            <a:ext cx="3882744" cy="2031325"/>
          </a:xfrm>
          <a:prstGeom prst="rect">
            <a:avLst/>
          </a:prstGeom>
          <a:solidFill>
            <a:schemeClr val="bg1"/>
          </a:solidFill>
          <a:ln w="57150">
            <a:solidFill>
              <a:schemeClr val="tx1"/>
            </a:solidFill>
          </a:ln>
        </p:spPr>
        <p:txBody>
          <a:bodyPr wrap="square" rtlCol="0">
            <a:spAutoFit/>
          </a:bodyPr>
          <a:lstStyle/>
          <a:p>
            <a:pPr algn="ctr"/>
            <a:r>
              <a:rPr lang="en-US" b="1" dirty="0"/>
              <a:t>Secondary Side Bar</a:t>
            </a:r>
          </a:p>
          <a:p>
            <a:pPr algn="ctr"/>
            <a:endParaRPr lang="en-US" b="1" dirty="0">
              <a:latin typeface="Arial" panose="020B0604020202020204" pitchFamily="34" charset="0"/>
              <a:cs typeface="Arial" panose="020B0604020202020204" pitchFamily="34" charset="0"/>
            </a:endParaRPr>
          </a:p>
          <a:p>
            <a:pPr algn="ctr"/>
            <a:r>
              <a:rPr lang="en-US" dirty="0"/>
              <a:t> Opposite the Primary Side Bar. By default, contains the Chat view. Drag and drop views from the Primary Side Bar to the Secondary Side Bar to move them. </a:t>
            </a:r>
            <a:endParaRPr lang="en-US"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78454ECF-B2AC-6032-8423-FCCEAD9E23F5}"/>
              </a:ext>
            </a:extLst>
          </p:cNvPr>
          <p:cNvSpPr/>
          <p:nvPr/>
        </p:nvSpPr>
        <p:spPr>
          <a:xfrm>
            <a:off x="10068675" y="636998"/>
            <a:ext cx="1664414" cy="5609690"/>
          </a:xfrm>
          <a:prstGeom prst="rect">
            <a:avLst/>
          </a:prstGeom>
          <a:noFill/>
          <a:ln w="571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E441247-F48D-DCD9-6EC0-7AEFEDC27288}"/>
              </a:ext>
            </a:extLst>
          </p:cNvPr>
          <p:cNvCxnSpPr>
            <a:stCxn id="4" idx="3"/>
            <a:endCxn id="5" idx="1"/>
          </p:cNvCxnSpPr>
          <p:nvPr/>
        </p:nvCxnSpPr>
        <p:spPr>
          <a:xfrm>
            <a:off x="4341655" y="1680915"/>
            <a:ext cx="5727020" cy="1760928"/>
          </a:xfrm>
          <a:prstGeom prst="straightConnector1">
            <a:avLst/>
          </a:prstGeom>
          <a:ln w="5715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4759DD3-4184-E027-9A8B-4A45F420F38B}"/>
              </a:ext>
            </a:extLst>
          </p:cNvPr>
          <p:cNvSpPr txBox="1"/>
          <p:nvPr/>
        </p:nvSpPr>
        <p:spPr>
          <a:xfrm>
            <a:off x="458911" y="3884424"/>
            <a:ext cx="3882744" cy="2308324"/>
          </a:xfrm>
          <a:prstGeom prst="rect">
            <a:avLst/>
          </a:prstGeom>
          <a:solidFill>
            <a:schemeClr val="bg1"/>
          </a:solidFill>
          <a:ln w="57150">
            <a:solidFill>
              <a:schemeClr val="tx1"/>
            </a:solidFill>
          </a:ln>
        </p:spPr>
        <p:txBody>
          <a:bodyPr wrap="square" rtlCol="0">
            <a:spAutoFit/>
          </a:bodyPr>
          <a:lstStyle/>
          <a:p>
            <a:pPr algn="ctr"/>
            <a:r>
              <a:rPr lang="en-US" b="1" dirty="0"/>
              <a:t>Primary Chat Box + Configuration </a:t>
            </a:r>
          </a:p>
          <a:p>
            <a:pPr algn="ctr"/>
            <a:endParaRPr lang="en-US" b="1" dirty="0">
              <a:latin typeface="Arial" panose="020B0604020202020204" pitchFamily="34" charset="0"/>
              <a:cs typeface="Arial" panose="020B0604020202020204" pitchFamily="34" charset="0"/>
            </a:endParaRPr>
          </a:p>
          <a:p>
            <a:pPr algn="ctr"/>
            <a:r>
              <a:rPr lang="en-US" dirty="0"/>
              <a:t>At the bottom of the sidebar, you will see a chatbot with lots of buttons under it. This is where we will set the primary configurations for our lab, and where you will interact with the AI.</a:t>
            </a:r>
            <a:endParaRPr lang="en-US"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A7A94DB3-A8A4-4480-0636-D2875A97CA86}"/>
              </a:ext>
            </a:extLst>
          </p:cNvPr>
          <p:cNvSpPr/>
          <p:nvPr/>
        </p:nvSpPr>
        <p:spPr>
          <a:xfrm>
            <a:off x="10068675" y="5188449"/>
            <a:ext cx="1664414" cy="1058239"/>
          </a:xfrm>
          <a:prstGeom prst="rect">
            <a:avLst/>
          </a:prstGeom>
          <a:no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E67BE9F-8137-BF2B-BDF6-3C483F709938}"/>
              </a:ext>
            </a:extLst>
          </p:cNvPr>
          <p:cNvCxnSpPr>
            <a:stCxn id="9" idx="3"/>
            <a:endCxn id="10" idx="1"/>
          </p:cNvCxnSpPr>
          <p:nvPr/>
        </p:nvCxnSpPr>
        <p:spPr>
          <a:xfrm>
            <a:off x="4341655" y="5038586"/>
            <a:ext cx="5727020" cy="678983"/>
          </a:xfrm>
          <a:prstGeom prst="straightConnector1">
            <a:avLst/>
          </a:prstGeom>
          <a:ln w="57150">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57059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464D3-3D01-743B-980B-3194A17BA0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E334F8-33FB-1F46-71A5-BFFABCA19A28}"/>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49C080AF-5F58-9F08-0802-4D8EC4A693A7}"/>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8CF5979-1D35-3AD8-8FD8-ACF61A90BB4C}"/>
              </a:ext>
            </a:extLst>
          </p:cNvPr>
          <p:cNvSpPr txBox="1"/>
          <p:nvPr/>
        </p:nvSpPr>
        <p:spPr>
          <a:xfrm>
            <a:off x="274914"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2: Choosing an Agent Type</a:t>
            </a:r>
          </a:p>
          <a:p>
            <a:pPr algn="ctr"/>
            <a:endParaRPr lang="en-US" b="1" dirty="0"/>
          </a:p>
          <a:p>
            <a:r>
              <a:rPr lang="en-US" dirty="0"/>
              <a:t>AI agents can operate locally or in the cloud and may function either interactively with user guidance or autonomously in the background. Choosing the appropriate setup depends on the task requirements and desired level of user involvement.</a:t>
            </a:r>
          </a:p>
          <a:p>
            <a:endParaRPr lang="en-US" dirty="0"/>
          </a:p>
          <a:p>
            <a:pPr lvl="0"/>
            <a:r>
              <a:rPr lang="en-US" b="1" dirty="0">
                <a:solidFill>
                  <a:prstClr val="black"/>
                </a:solidFill>
              </a:rPr>
              <a:t>Local</a:t>
            </a:r>
            <a:r>
              <a:rPr lang="en-US" dirty="0">
                <a:solidFill>
                  <a:prstClr val="black"/>
                </a:solidFill>
              </a:rPr>
              <a:t>: Runs the agent interactively in the editor with full access to your workspace, tools, and models.</a:t>
            </a:r>
          </a:p>
          <a:p>
            <a:pPr lvl="0"/>
            <a:endParaRPr lang="en-US" dirty="0">
              <a:solidFill>
                <a:prstClr val="black"/>
              </a:solidFill>
            </a:endParaRPr>
          </a:p>
          <a:p>
            <a:pPr lvl="0"/>
            <a:r>
              <a:rPr lang="en-US" b="1" dirty="0">
                <a:solidFill>
                  <a:prstClr val="black"/>
                </a:solidFill>
              </a:rPr>
              <a:t>Copilot CLI</a:t>
            </a:r>
            <a:r>
              <a:rPr lang="en-US" dirty="0">
                <a:solidFill>
                  <a:prstClr val="black"/>
                </a:solidFill>
              </a:rPr>
              <a:t>: Runs in the background on your machine, optionally using Git </a:t>
            </a:r>
            <a:r>
              <a:rPr lang="en-US" dirty="0" err="1">
                <a:solidFill>
                  <a:prstClr val="black"/>
                </a:solidFill>
              </a:rPr>
              <a:t>worktrees</a:t>
            </a:r>
            <a:r>
              <a:rPr lang="en-US" dirty="0">
                <a:solidFill>
                  <a:prstClr val="black"/>
                </a:solidFill>
              </a:rPr>
              <a:t> for isolation.</a:t>
            </a:r>
          </a:p>
          <a:p>
            <a:pPr lvl="0"/>
            <a:endParaRPr lang="en-US" dirty="0">
              <a:solidFill>
                <a:prstClr val="black"/>
              </a:solidFill>
            </a:endParaRPr>
          </a:p>
          <a:p>
            <a:pPr lvl="0"/>
            <a:r>
              <a:rPr lang="en-US" b="1" dirty="0">
                <a:solidFill>
                  <a:prstClr val="black"/>
                </a:solidFill>
              </a:rPr>
              <a:t>Cloud</a:t>
            </a:r>
            <a:r>
              <a:rPr lang="en-US" dirty="0">
                <a:solidFill>
                  <a:prstClr val="black"/>
                </a:solidFill>
              </a:rPr>
              <a:t>: Runs remotely and integrates with GitHub pull requests for team collaboration.</a:t>
            </a:r>
          </a:p>
          <a:p>
            <a:pPr lvl="0"/>
            <a:endParaRPr lang="en-US" dirty="0">
              <a:solidFill>
                <a:prstClr val="black"/>
              </a:solidFill>
            </a:endParaRPr>
          </a:p>
          <a:p>
            <a:pPr lvl="0"/>
            <a:r>
              <a:rPr lang="en-US" b="1" dirty="0">
                <a:solidFill>
                  <a:prstClr val="black"/>
                </a:solidFill>
              </a:rPr>
              <a:t>Third-part</a:t>
            </a:r>
            <a:r>
              <a:rPr lang="en-US" b="1" dirty="0">
                <a:solidFill>
                  <a:prstClr val="black"/>
                </a:solidFill>
                <a:hlinkClick r:id="rId4">
                  <a:extLst>
                    <a:ext uri="{A12FA001-AC4F-418D-AE19-62706E023703}">
                      <ahyp:hlinkClr xmlns:ahyp="http://schemas.microsoft.com/office/drawing/2018/hyperlinkcolor" val="tx"/>
                    </a:ext>
                  </a:extLst>
                </a:hlinkClick>
              </a:rPr>
              <a:t>y</a:t>
            </a:r>
            <a:r>
              <a:rPr lang="en-US" dirty="0">
                <a:solidFill>
                  <a:prstClr val="black"/>
                </a:solidFill>
              </a:rPr>
              <a:t>: Uses the third-party agent harness and SDK from Anthropic and OpenAI to run either locally on your machine or in the cloud.</a:t>
            </a:r>
            <a:r>
              <a:rPr lang="en-US" dirty="0"/>
              <a:t>                         </a:t>
            </a:r>
          </a:p>
        </p:txBody>
      </p:sp>
      <p:cxnSp>
        <p:nvCxnSpPr>
          <p:cNvPr id="24" name="Straight Arrow Connector 23">
            <a:extLst>
              <a:ext uri="{FF2B5EF4-FFF2-40B4-BE49-F238E27FC236}">
                <a16:creationId xmlns:a16="http://schemas.microsoft.com/office/drawing/2014/main" id="{6EAF98E7-D5B4-2535-0D22-D9A253CDED70}"/>
              </a:ext>
            </a:extLst>
          </p:cNvPr>
          <p:cNvCxnSpPr>
            <a:cxnSpLocks/>
            <a:stCxn id="22" idx="3"/>
            <a:endCxn id="8" idx="1"/>
          </p:cNvCxnSpPr>
          <p:nvPr/>
        </p:nvCxnSpPr>
        <p:spPr>
          <a:xfrm>
            <a:off x="5526436" y="3429001"/>
            <a:ext cx="987379" cy="59075"/>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6F0F867F-85ED-0621-79E2-E0C0135BDE50}"/>
              </a:ext>
            </a:extLst>
          </p:cNvPr>
          <p:cNvSpPr/>
          <p:nvPr/>
        </p:nvSpPr>
        <p:spPr>
          <a:xfrm>
            <a:off x="6513815" y="3246633"/>
            <a:ext cx="12739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BE94901-1B66-C9AC-DEBE-79D589FE9476}"/>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selecting AI types at:</a:t>
            </a:r>
          </a:p>
          <a:p>
            <a:pPr algn="ctr"/>
            <a:r>
              <a:rPr lang="en-US" dirty="0"/>
              <a:t>https://code.visualstudio.com/docs/copilot/agents/overview</a:t>
            </a:r>
          </a:p>
        </p:txBody>
      </p:sp>
      <p:sp>
        <p:nvSpPr>
          <p:cNvPr id="7" name="Rectangle: Rounded Corners 6">
            <a:extLst>
              <a:ext uri="{FF2B5EF4-FFF2-40B4-BE49-F238E27FC236}">
                <a16:creationId xmlns:a16="http://schemas.microsoft.com/office/drawing/2014/main" id="{22330B1F-FA3C-D234-4F40-3CCFFB1D0375}"/>
              </a:ext>
            </a:extLst>
          </p:cNvPr>
          <p:cNvSpPr/>
          <p:nvPr/>
        </p:nvSpPr>
        <p:spPr>
          <a:xfrm>
            <a:off x="323849" y="2533650"/>
            <a:ext cx="5133976" cy="895350"/>
          </a:xfrm>
          <a:prstGeom prst="round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123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8" grpId="0" animBg="1"/>
      <p:bldP spid="13"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BDD7-25E4-529B-760C-EA8310F99B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6E2C211-BE05-15C7-BC6C-39A75E967E30}"/>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AF7C27F0-C8F6-9976-8524-A2D09AFCEDB5}"/>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5E10FB3-480B-FE6C-75C8-55D0D567903D}"/>
              </a:ext>
            </a:extLst>
          </p:cNvPr>
          <p:cNvSpPr txBox="1"/>
          <p:nvPr/>
        </p:nvSpPr>
        <p:spPr>
          <a:xfrm>
            <a:off x="317071"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3: Choosing an Agent</a:t>
            </a:r>
          </a:p>
          <a:p>
            <a:pPr algn="ctr"/>
            <a:endParaRPr lang="en-US" b="1" dirty="0"/>
          </a:p>
          <a:p>
            <a:r>
              <a:rPr lang="en-US" dirty="0"/>
              <a:t>We can select the agent persona we want to use for our tasks. The selected option controls what tools the AI can use and how it completes the task at hand. The three built-in agents are:</a:t>
            </a:r>
          </a:p>
          <a:p>
            <a:endParaRPr lang="en-US" b="1" dirty="0"/>
          </a:p>
          <a:p>
            <a:r>
              <a:rPr lang="en-US" b="1" dirty="0"/>
              <a:t>Agent</a:t>
            </a:r>
            <a:r>
              <a:rPr lang="en-US" dirty="0"/>
              <a:t>: autonomously plans and implements changes across files, runs terminal commands, and invokes tools.</a:t>
            </a:r>
          </a:p>
          <a:p>
            <a:endParaRPr lang="en-US" dirty="0"/>
          </a:p>
          <a:p>
            <a:r>
              <a:rPr lang="en-US" b="1" dirty="0"/>
              <a:t>Plan</a:t>
            </a:r>
            <a:r>
              <a:rPr lang="en-US" dirty="0"/>
              <a:t>: creates a structured, step-by-step implementation plan before writing any code. Hands the plan off to an implementation agent when it looks right.</a:t>
            </a:r>
          </a:p>
          <a:p>
            <a:endParaRPr lang="en-US" dirty="0"/>
          </a:p>
          <a:p>
            <a:r>
              <a:rPr lang="en-US" b="1" dirty="0"/>
              <a:t>Ask</a:t>
            </a:r>
            <a:r>
              <a:rPr lang="en-US" dirty="0"/>
              <a:t>: answers questions about coding concepts, your codebase, or VS Code itself without making file changes.</a:t>
            </a:r>
          </a:p>
          <a:p>
            <a:endParaRPr lang="en-US" dirty="0"/>
          </a:p>
          <a:p>
            <a:r>
              <a:rPr lang="en-US" dirty="0"/>
              <a:t>We will be using a </a:t>
            </a:r>
            <a:r>
              <a:rPr lang="en-US" u="sng" dirty="0"/>
              <a:t>mix of all three</a:t>
            </a:r>
            <a:r>
              <a:rPr lang="en-US" dirty="0"/>
              <a:t> types throughout the lab. We will start with the ‘Agent’ option.</a:t>
            </a:r>
          </a:p>
        </p:txBody>
      </p:sp>
      <p:cxnSp>
        <p:nvCxnSpPr>
          <p:cNvPr id="24" name="Straight Arrow Connector 23">
            <a:extLst>
              <a:ext uri="{FF2B5EF4-FFF2-40B4-BE49-F238E27FC236}">
                <a16:creationId xmlns:a16="http://schemas.microsoft.com/office/drawing/2014/main" id="{1B9E0676-CB66-CE93-FB67-802A55B284B0}"/>
              </a:ext>
            </a:extLst>
          </p:cNvPr>
          <p:cNvCxnSpPr>
            <a:cxnSpLocks/>
            <a:stCxn id="22" idx="3"/>
            <a:endCxn id="8" idx="1"/>
          </p:cNvCxnSpPr>
          <p:nvPr/>
        </p:nvCxnSpPr>
        <p:spPr>
          <a:xfrm flipV="1">
            <a:off x="5568593" y="2871627"/>
            <a:ext cx="1458929" cy="557374"/>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5ACAEB76-C588-5A41-BAA7-85ADACD264B7}"/>
              </a:ext>
            </a:extLst>
          </p:cNvPr>
          <p:cNvSpPr/>
          <p:nvPr/>
        </p:nvSpPr>
        <p:spPr>
          <a:xfrm>
            <a:off x="7027522" y="2630184"/>
            <a:ext cx="465762"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A7D3FC-F169-6658-5073-8BA7FEE4440D}"/>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choosing agents at:</a:t>
            </a:r>
          </a:p>
          <a:p>
            <a:pPr algn="ctr"/>
            <a:r>
              <a:rPr lang="en-US" dirty="0"/>
              <a:t>https://code.visualstudio.com/docs/copilot/agents/overview#_choose-an-agent</a:t>
            </a:r>
          </a:p>
        </p:txBody>
      </p:sp>
    </p:spTree>
    <p:extLst>
      <p:ext uri="{BB962C8B-B14F-4D97-AF65-F5344CB8AC3E}">
        <p14:creationId xmlns:p14="http://schemas.microsoft.com/office/powerpoint/2010/main" val="3168491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283F-34A9-5987-A7A3-87A1ABCF530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3DEC40-DF52-B0F0-4D09-CF0A2F7E70F3}"/>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6A37C19D-1C38-2F89-D1AB-22E10B41D5CE}"/>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D21C098-1420-9495-93F2-72BB9F46DA0E}"/>
              </a:ext>
            </a:extLst>
          </p:cNvPr>
          <p:cNvSpPr txBox="1"/>
          <p:nvPr/>
        </p:nvSpPr>
        <p:spPr>
          <a:xfrm>
            <a:off x="449085" y="889843"/>
            <a:ext cx="5251522" cy="4801314"/>
          </a:xfrm>
          <a:prstGeom prst="rect">
            <a:avLst/>
          </a:prstGeom>
          <a:solidFill>
            <a:schemeClr val="bg1"/>
          </a:solidFill>
          <a:ln w="57150">
            <a:solidFill>
              <a:schemeClr val="tx1"/>
            </a:solidFill>
          </a:ln>
        </p:spPr>
        <p:txBody>
          <a:bodyPr wrap="square" rtlCol="0">
            <a:spAutoFit/>
          </a:bodyPr>
          <a:lstStyle/>
          <a:p>
            <a:pPr algn="ctr"/>
            <a:r>
              <a:rPr lang="en-US" b="1" dirty="0"/>
              <a:t>Step 4: AI Language Models in VS Code</a:t>
            </a:r>
          </a:p>
          <a:p>
            <a:pPr algn="ctr"/>
            <a:endParaRPr lang="en-US" b="1" dirty="0"/>
          </a:p>
          <a:p>
            <a:r>
              <a:rPr lang="en-US" dirty="0"/>
              <a:t>There are a multitude of built-in models available via GitHub Copilot to choose from. </a:t>
            </a:r>
          </a:p>
          <a:p>
            <a:endParaRPr lang="en-US" dirty="0"/>
          </a:p>
          <a:p>
            <a:r>
              <a:rPr lang="en-US" dirty="0"/>
              <a:t>Each model has its own strengths and weaknesses, and choosing the right model is an important piece of working with AI. For example, if your task is simple edits or questions, you can use a “fast” model. For more complex tasks, such as refactoring or multi-step tasks, a reasoning model may be better. </a:t>
            </a:r>
          </a:p>
          <a:p>
            <a:endParaRPr lang="en-US" dirty="0"/>
          </a:p>
          <a:p>
            <a:r>
              <a:rPr lang="en-US" dirty="0"/>
              <a:t>For our lab, we will stick with </a:t>
            </a:r>
            <a:r>
              <a:rPr lang="en-US" u="sng" dirty="0"/>
              <a:t>“Auto” model </a:t>
            </a:r>
            <a:r>
              <a:rPr lang="en-US" dirty="0"/>
              <a:t>selection. When “Auto” is selected, VS Code determines a task’s complexity and real-time model availability to select the optimal model.</a:t>
            </a:r>
          </a:p>
        </p:txBody>
      </p:sp>
      <p:cxnSp>
        <p:nvCxnSpPr>
          <p:cNvPr id="24" name="Straight Arrow Connector 23">
            <a:extLst>
              <a:ext uri="{FF2B5EF4-FFF2-40B4-BE49-F238E27FC236}">
                <a16:creationId xmlns:a16="http://schemas.microsoft.com/office/drawing/2014/main" id="{A2877432-324E-48F4-D6B8-7A2B5C8F6090}"/>
              </a:ext>
            </a:extLst>
          </p:cNvPr>
          <p:cNvCxnSpPr>
            <a:cxnSpLocks/>
            <a:stCxn id="22" idx="3"/>
            <a:endCxn id="8" idx="1"/>
          </p:cNvCxnSpPr>
          <p:nvPr/>
        </p:nvCxnSpPr>
        <p:spPr>
          <a:xfrm flipV="1">
            <a:off x="5700607" y="2871627"/>
            <a:ext cx="1925063" cy="418873"/>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EA908BE-E395-0AC5-10EC-608449709A83}"/>
              </a:ext>
            </a:extLst>
          </p:cNvPr>
          <p:cNvSpPr/>
          <p:nvPr/>
        </p:nvSpPr>
        <p:spPr>
          <a:xfrm>
            <a:off x="7625670" y="2630184"/>
            <a:ext cx="6780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FFEF6BE-93E3-F3EF-9E3D-2247010D6317}"/>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AI language models in VS Code at:</a:t>
            </a:r>
          </a:p>
          <a:p>
            <a:pPr algn="ctr"/>
            <a:r>
              <a:rPr lang="en-US" dirty="0"/>
              <a:t>https://code.visualstudio.com/docs/copilot/customization/language-models</a:t>
            </a:r>
          </a:p>
        </p:txBody>
      </p:sp>
    </p:spTree>
    <p:extLst>
      <p:ext uri="{BB962C8B-B14F-4D97-AF65-F5344CB8AC3E}">
        <p14:creationId xmlns:p14="http://schemas.microsoft.com/office/powerpoint/2010/main" val="1760486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5E3BC-76D1-A0CE-8FB7-18D6523FBD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8E948B-EE06-0F63-A849-B648CAA1267C}"/>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CF64FAA2-6C6F-3EE3-B184-F880C9878C9F}"/>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91CFBBF-89C3-C1D6-FBC8-35D94831F23E}"/>
              </a:ext>
            </a:extLst>
          </p:cNvPr>
          <p:cNvSpPr txBox="1"/>
          <p:nvPr/>
        </p:nvSpPr>
        <p:spPr>
          <a:xfrm>
            <a:off x="409983" y="1305342"/>
            <a:ext cx="5251522" cy="4247317"/>
          </a:xfrm>
          <a:prstGeom prst="rect">
            <a:avLst/>
          </a:prstGeom>
          <a:solidFill>
            <a:schemeClr val="bg1"/>
          </a:solidFill>
          <a:ln w="57150">
            <a:solidFill>
              <a:schemeClr val="tx1"/>
            </a:solidFill>
          </a:ln>
        </p:spPr>
        <p:txBody>
          <a:bodyPr wrap="square" rtlCol="0">
            <a:spAutoFit/>
          </a:bodyPr>
          <a:lstStyle/>
          <a:p>
            <a:pPr algn="ctr"/>
            <a:r>
              <a:rPr lang="en-US" b="1" dirty="0"/>
              <a:t>Step 5: Use Tools with Agents</a:t>
            </a:r>
          </a:p>
          <a:p>
            <a:pPr algn="ctr"/>
            <a:endParaRPr lang="en-US" b="1" dirty="0"/>
          </a:p>
          <a:p>
            <a:r>
              <a:rPr lang="en-US" dirty="0"/>
              <a:t>Tools provide agents specialized functionality for completing specific tasks like searching code, running commands, fetching web content, or invoking APIs. </a:t>
            </a:r>
          </a:p>
          <a:p>
            <a:endParaRPr lang="en-US" dirty="0"/>
          </a:p>
          <a:p>
            <a:r>
              <a:rPr lang="en-US" dirty="0"/>
              <a:t>In VS Code, the agent automatically determines which tools to use from the enabled tools based on your prompt and the context of your request. The agent autonomously chooses and invokes relevant tools as needed to accomplish the task.</a:t>
            </a:r>
          </a:p>
          <a:p>
            <a:endParaRPr lang="en-US" dirty="0"/>
          </a:p>
          <a:p>
            <a:r>
              <a:rPr lang="en-US" dirty="0"/>
              <a:t>For the lab, </a:t>
            </a:r>
            <a:r>
              <a:rPr lang="en-US" u="sng" dirty="0"/>
              <a:t>we will not change</a:t>
            </a:r>
            <a:r>
              <a:rPr lang="en-US" dirty="0"/>
              <a:t> any settings related to tools configuration and use the built-in settings. </a:t>
            </a:r>
          </a:p>
        </p:txBody>
      </p:sp>
      <p:cxnSp>
        <p:nvCxnSpPr>
          <p:cNvPr id="24" name="Straight Arrow Connector 23">
            <a:extLst>
              <a:ext uri="{FF2B5EF4-FFF2-40B4-BE49-F238E27FC236}">
                <a16:creationId xmlns:a16="http://schemas.microsoft.com/office/drawing/2014/main" id="{3EEE81DC-1572-4346-606B-E6FD782CC2C2}"/>
              </a:ext>
            </a:extLst>
          </p:cNvPr>
          <p:cNvCxnSpPr>
            <a:cxnSpLocks/>
            <a:stCxn id="22" idx="3"/>
            <a:endCxn id="8" idx="1"/>
          </p:cNvCxnSpPr>
          <p:nvPr/>
        </p:nvCxnSpPr>
        <p:spPr>
          <a:xfrm flipV="1">
            <a:off x="5661505" y="2871627"/>
            <a:ext cx="2701657" cy="557374"/>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304DF634-9BF6-41F4-A67F-263F90261762}"/>
              </a:ext>
            </a:extLst>
          </p:cNvPr>
          <p:cNvSpPr/>
          <p:nvPr/>
        </p:nvSpPr>
        <p:spPr>
          <a:xfrm>
            <a:off x="8363162" y="2630184"/>
            <a:ext cx="6780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0659AD-E922-BE51-798E-1AF3CDA6DAE0}"/>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using tools with agents at:</a:t>
            </a:r>
          </a:p>
          <a:p>
            <a:pPr algn="ctr"/>
            <a:r>
              <a:rPr lang="en-US" dirty="0"/>
              <a:t>https://code.visualstudio.com/docs/copilot/agents/agent-tools</a:t>
            </a:r>
          </a:p>
        </p:txBody>
      </p:sp>
    </p:spTree>
    <p:extLst>
      <p:ext uri="{BB962C8B-B14F-4D97-AF65-F5344CB8AC3E}">
        <p14:creationId xmlns:p14="http://schemas.microsoft.com/office/powerpoint/2010/main" val="1049402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5953C-0074-9933-A52F-7AB5E4ACC0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716269-0396-C834-A30C-007EFB414728}"/>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45B43D2C-A517-6192-D722-C547231653BA}"/>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CF409F9-61A4-B58A-9F39-2B41FC6CA9FB}"/>
              </a:ext>
            </a:extLst>
          </p:cNvPr>
          <p:cNvSpPr txBox="1"/>
          <p:nvPr/>
        </p:nvSpPr>
        <p:spPr>
          <a:xfrm>
            <a:off x="317071"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6: Adding Context to Your Prompts</a:t>
            </a:r>
          </a:p>
          <a:p>
            <a:pPr algn="ctr"/>
            <a:endParaRPr lang="en-US" b="1" dirty="0"/>
          </a:p>
          <a:p>
            <a:r>
              <a:rPr lang="en-US" dirty="0"/>
              <a:t>Providing the right context helps the AI generate more relevant and accurate responses. </a:t>
            </a:r>
          </a:p>
          <a:p>
            <a:endParaRPr lang="en-US" dirty="0"/>
          </a:p>
          <a:p>
            <a:r>
              <a:rPr lang="en-US" b="1" dirty="0"/>
              <a:t>Implicit context</a:t>
            </a:r>
            <a:r>
              <a:rPr lang="en-US" dirty="0"/>
              <a:t>: VS Code automatically includes the active file, your current selection, and the file name as context. When you use agents, the agent decides autonomously if additional context is needed.</a:t>
            </a:r>
          </a:p>
          <a:p>
            <a:endParaRPr lang="en-US" dirty="0"/>
          </a:p>
          <a:p>
            <a:r>
              <a:rPr lang="en-US" b="1" dirty="0"/>
              <a:t>#-mentions</a:t>
            </a:r>
            <a:r>
              <a:rPr lang="en-US" dirty="0"/>
              <a:t>: type # in the chat input to explicitly reference files (#file), folders, symbols, your codebase (#codebase), terminal output (#terminalSelection), or tools like #fetch.</a:t>
            </a:r>
          </a:p>
          <a:p>
            <a:endParaRPr lang="en-US" dirty="0"/>
          </a:p>
          <a:p>
            <a:r>
              <a:rPr lang="en-US" b="1" dirty="0"/>
              <a:t>@-mentions</a:t>
            </a:r>
            <a:r>
              <a:rPr lang="en-US" dirty="0"/>
              <a:t>: type @ to invoke specialized chat participants like @vscode or @terminal, each optimized for their respective domain.</a:t>
            </a:r>
          </a:p>
          <a:p>
            <a:endParaRPr lang="en-US" dirty="0"/>
          </a:p>
          <a:p>
            <a:r>
              <a:rPr lang="en-US" b="1" dirty="0"/>
              <a:t>Vision</a:t>
            </a:r>
            <a:r>
              <a:rPr lang="en-US" dirty="0"/>
              <a:t>: attach images, such as screenshots or UI mockups, as context for your prompt.                                            </a:t>
            </a:r>
          </a:p>
        </p:txBody>
      </p:sp>
      <p:cxnSp>
        <p:nvCxnSpPr>
          <p:cNvPr id="24" name="Straight Arrow Connector 23">
            <a:extLst>
              <a:ext uri="{FF2B5EF4-FFF2-40B4-BE49-F238E27FC236}">
                <a16:creationId xmlns:a16="http://schemas.microsoft.com/office/drawing/2014/main" id="{3F746F84-7382-F219-DD85-A59D6A871FCF}"/>
              </a:ext>
            </a:extLst>
          </p:cNvPr>
          <p:cNvCxnSpPr>
            <a:cxnSpLocks/>
            <a:stCxn id="22" idx="3"/>
            <a:endCxn id="8" idx="1"/>
          </p:cNvCxnSpPr>
          <p:nvPr/>
        </p:nvCxnSpPr>
        <p:spPr>
          <a:xfrm flipV="1">
            <a:off x="5568593" y="2881902"/>
            <a:ext cx="952074" cy="547099"/>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6B6E7BD-649B-78BA-D1C3-DC73E1984239}"/>
              </a:ext>
            </a:extLst>
          </p:cNvPr>
          <p:cNvSpPr/>
          <p:nvPr/>
        </p:nvSpPr>
        <p:spPr>
          <a:xfrm>
            <a:off x="6520667" y="2640459"/>
            <a:ext cx="465762"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2CDC59A-3A9E-1B87-87A8-46F7DFD57603}"/>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managing context for AI at:</a:t>
            </a:r>
          </a:p>
          <a:p>
            <a:pPr algn="ctr"/>
            <a:r>
              <a:rPr lang="en-US" dirty="0"/>
              <a:t>https://code.visualstudio.com/docs/copilot/chat/copilot-chat-context</a:t>
            </a:r>
          </a:p>
        </p:txBody>
      </p:sp>
    </p:spTree>
    <p:extLst>
      <p:ext uri="{BB962C8B-B14F-4D97-AF65-F5344CB8AC3E}">
        <p14:creationId xmlns:p14="http://schemas.microsoft.com/office/powerpoint/2010/main" val="2949393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9A57-57FE-E5D3-14A6-336972A125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B70072-B26D-9D88-7C75-F01D857E851E}"/>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22" name="TextBox 21">
            <a:extLst>
              <a:ext uri="{FF2B5EF4-FFF2-40B4-BE49-F238E27FC236}">
                <a16:creationId xmlns:a16="http://schemas.microsoft.com/office/drawing/2014/main" id="{0F63E911-071E-2B7D-8882-5C0383B479F5}"/>
              </a:ext>
            </a:extLst>
          </p:cNvPr>
          <p:cNvSpPr txBox="1"/>
          <p:nvPr/>
        </p:nvSpPr>
        <p:spPr>
          <a:xfrm>
            <a:off x="307546" y="1859339"/>
            <a:ext cx="5251522" cy="2308324"/>
          </a:xfrm>
          <a:prstGeom prst="rect">
            <a:avLst/>
          </a:prstGeom>
          <a:solidFill>
            <a:schemeClr val="bg1"/>
          </a:solidFill>
          <a:ln w="57150">
            <a:solidFill>
              <a:schemeClr val="tx1"/>
            </a:solidFill>
          </a:ln>
        </p:spPr>
        <p:txBody>
          <a:bodyPr wrap="square" rtlCol="0">
            <a:spAutoFit/>
          </a:bodyPr>
          <a:lstStyle/>
          <a:p>
            <a:pPr algn="ctr"/>
            <a:r>
              <a:rPr lang="en-US" b="1" dirty="0"/>
              <a:t>Step 7: Writing the Prompt &amp; Sending</a:t>
            </a:r>
          </a:p>
          <a:p>
            <a:pPr algn="ctr"/>
            <a:endParaRPr lang="en-US" b="1" dirty="0"/>
          </a:p>
          <a:p>
            <a:r>
              <a:rPr lang="en-US" dirty="0"/>
              <a:t>After setting up the AI configuration, you can now interact with your agent.</a:t>
            </a:r>
          </a:p>
          <a:p>
            <a:endParaRPr lang="en-US" dirty="0"/>
          </a:p>
          <a:p>
            <a:r>
              <a:rPr lang="en-US" dirty="0"/>
              <a:t>Once you have typed your message and attached any necessary context, click the up arrow to send the message.</a:t>
            </a:r>
          </a:p>
        </p:txBody>
      </p:sp>
      <p:cxnSp>
        <p:nvCxnSpPr>
          <p:cNvPr id="24" name="Straight Arrow Connector 23">
            <a:extLst>
              <a:ext uri="{FF2B5EF4-FFF2-40B4-BE49-F238E27FC236}">
                <a16:creationId xmlns:a16="http://schemas.microsoft.com/office/drawing/2014/main" id="{16035E6B-E03F-B7F8-0154-2839FF85AAE3}"/>
              </a:ext>
            </a:extLst>
          </p:cNvPr>
          <p:cNvCxnSpPr>
            <a:cxnSpLocks/>
            <a:stCxn id="22" idx="3"/>
            <a:endCxn id="8" idx="1"/>
          </p:cNvCxnSpPr>
          <p:nvPr/>
        </p:nvCxnSpPr>
        <p:spPr>
          <a:xfrm flipV="1">
            <a:off x="5559068" y="2881900"/>
            <a:ext cx="5444554" cy="131601"/>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80CC28E-79DB-2D1F-2774-366EE8A810EB}"/>
              </a:ext>
            </a:extLst>
          </p:cNvPr>
          <p:cNvSpPr/>
          <p:nvPr/>
        </p:nvSpPr>
        <p:spPr>
          <a:xfrm>
            <a:off x="11003622" y="2640457"/>
            <a:ext cx="493158"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71707EA-EF32-9B29-1AE9-E7FC54068CE8}"/>
              </a:ext>
            </a:extLst>
          </p:cNvPr>
          <p:cNvSpPr txBox="1"/>
          <p:nvPr/>
        </p:nvSpPr>
        <p:spPr>
          <a:xfrm>
            <a:off x="6060041" y="4678811"/>
            <a:ext cx="5682874" cy="1498283"/>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GitHub Copilot at: </a:t>
            </a:r>
          </a:p>
          <a:p>
            <a:pPr algn="ctr"/>
            <a:r>
              <a:rPr lang="en-US" dirty="0"/>
              <a:t>https://code.visualstudio.com/docs/copilot/overview</a:t>
            </a:r>
          </a:p>
        </p:txBody>
      </p:sp>
    </p:spTree>
    <p:extLst>
      <p:ext uri="{BB962C8B-B14F-4D97-AF65-F5344CB8AC3E}">
        <p14:creationId xmlns:p14="http://schemas.microsoft.com/office/powerpoint/2010/main" val="221286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8B82-1BBD-AFCA-F2B8-081DC604A0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E7C485-F39A-39C9-C059-DCE35CD7F209}"/>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Task 3: Connecting GitHub &amp; VS Code</a:t>
            </a:r>
            <a:endParaRPr lang="en-US" sz="4400" dirty="0">
              <a:solidFill>
                <a:srgbClr val="7030A0"/>
              </a:solidFill>
              <a:latin typeface="Arial" panose="020B0604020202020204" pitchFamily="34" charset="0"/>
              <a:cs typeface="Arial" panose="020B0604020202020204" pitchFamily="34" charset="0"/>
            </a:endParaRPr>
          </a:p>
        </p:txBody>
      </p:sp>
      <p:pic>
        <p:nvPicPr>
          <p:cNvPr id="4" name="Picture 3" descr="Your Turn Rubber Stamp Royalty Free SVG, Cliparts, Vectors, and Stock  Illustration. Image 68258628.">
            <a:extLst>
              <a:ext uri="{FF2B5EF4-FFF2-40B4-BE49-F238E27FC236}">
                <a16:creationId xmlns:a16="http://schemas.microsoft.com/office/drawing/2014/main" id="{D8B4BF7D-051C-2C08-F70C-E7BD8F76ADDC}"/>
              </a:ext>
            </a:extLst>
          </p:cNvPr>
          <p:cNvPicPr>
            <a:picLocks noChangeAspect="1"/>
          </p:cNvPicPr>
          <p:nvPr/>
        </p:nvPicPr>
        <p:blipFill>
          <a:blip r:embed="rId2"/>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109271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75F6BE-4F45-D38F-1451-30FE5FDA4E97}"/>
              </a:ext>
            </a:extLst>
          </p:cNvPr>
          <p:cNvPicPr>
            <a:picLocks noChangeAspect="1"/>
          </p:cNvPicPr>
          <p:nvPr/>
        </p:nvPicPr>
        <p:blipFill>
          <a:blip r:embed="rId2"/>
          <a:stretch>
            <a:fillRect/>
          </a:stretch>
        </p:blipFill>
        <p:spPr>
          <a:xfrm>
            <a:off x="446583" y="545123"/>
            <a:ext cx="11298834" cy="5767754"/>
          </a:xfrm>
          <a:prstGeom prst="rect">
            <a:avLst/>
          </a:prstGeom>
        </p:spPr>
      </p:pic>
      <p:sp>
        <p:nvSpPr>
          <p:cNvPr id="5" name="TextBox 4">
            <a:extLst>
              <a:ext uri="{FF2B5EF4-FFF2-40B4-BE49-F238E27FC236}">
                <a16:creationId xmlns:a16="http://schemas.microsoft.com/office/drawing/2014/main" id="{479F9EAC-34E0-C3DD-336F-6226FF57792F}"/>
              </a:ext>
            </a:extLst>
          </p:cNvPr>
          <p:cNvSpPr txBox="1"/>
          <p:nvPr/>
        </p:nvSpPr>
        <p:spPr>
          <a:xfrm>
            <a:off x="825910" y="3726426"/>
            <a:ext cx="5270090" cy="2031325"/>
          </a:xfrm>
          <a:prstGeom prst="rect">
            <a:avLst/>
          </a:prstGeom>
          <a:solidFill>
            <a:schemeClr val="bg1"/>
          </a:solidFill>
          <a:ln w="57150">
            <a:solidFill>
              <a:schemeClr val="tx1"/>
            </a:solidFill>
          </a:ln>
        </p:spPr>
        <p:txBody>
          <a:bodyPr wrap="square" rtlCol="0">
            <a:spAutoFit/>
          </a:bodyPr>
          <a:lstStyle/>
          <a:p>
            <a:pPr algn="ctr"/>
            <a:r>
              <a:rPr lang="en-US" b="1" dirty="0"/>
              <a:t>Step 1: Clicking Code</a:t>
            </a:r>
          </a:p>
          <a:p>
            <a:pPr algn="ctr"/>
            <a:endParaRPr lang="en-US" dirty="0"/>
          </a:p>
          <a:p>
            <a:pPr algn="ctr"/>
            <a:r>
              <a:rPr lang="en-US" dirty="0"/>
              <a:t>We are going to clone our fork in VS Code. This will allow us to easily make changes locally and then “push” to GitHub in later steps. First, we need to obtain the HTTPS URL for our GitHub fork. To do so, we first need to </a:t>
            </a:r>
            <a:r>
              <a:rPr lang="en-US" b="1" dirty="0"/>
              <a:t>click</a:t>
            </a:r>
            <a:r>
              <a:rPr lang="en-US" dirty="0"/>
              <a:t> the </a:t>
            </a:r>
            <a:r>
              <a:rPr lang="en-US" b="1" dirty="0"/>
              <a:t>green code button</a:t>
            </a:r>
            <a:r>
              <a:rPr lang="en-US" dirty="0"/>
              <a:t>. </a:t>
            </a:r>
          </a:p>
        </p:txBody>
      </p:sp>
      <p:sp>
        <p:nvSpPr>
          <p:cNvPr id="6" name="Rectangle 5">
            <a:extLst>
              <a:ext uri="{FF2B5EF4-FFF2-40B4-BE49-F238E27FC236}">
                <a16:creationId xmlns:a16="http://schemas.microsoft.com/office/drawing/2014/main" id="{962B5AE7-009A-970F-1767-8FCCA4745C06}"/>
              </a:ext>
            </a:extLst>
          </p:cNvPr>
          <p:cNvSpPr/>
          <p:nvPr/>
        </p:nvSpPr>
        <p:spPr>
          <a:xfrm>
            <a:off x="7344698" y="2094271"/>
            <a:ext cx="953729" cy="42278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B42E8E8-5016-B0AE-C072-56C147E85BBD}"/>
              </a:ext>
            </a:extLst>
          </p:cNvPr>
          <p:cNvCxnSpPr>
            <a:stCxn id="5" idx="0"/>
            <a:endCxn id="6" idx="1"/>
          </p:cNvCxnSpPr>
          <p:nvPr/>
        </p:nvCxnSpPr>
        <p:spPr>
          <a:xfrm flipV="1">
            <a:off x="3460955" y="2305665"/>
            <a:ext cx="3883743" cy="14207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427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4D3E-1301-C035-EC5B-34A78B7FF473}"/>
              </a:ext>
            </a:extLst>
          </p:cNvPr>
          <p:cNvPicPr>
            <a:picLocks noChangeAspect="1"/>
          </p:cNvPicPr>
          <p:nvPr/>
        </p:nvPicPr>
        <p:blipFill>
          <a:blip r:embed="rId2"/>
          <a:stretch>
            <a:fillRect/>
          </a:stretch>
        </p:blipFill>
        <p:spPr>
          <a:xfrm>
            <a:off x="123690" y="600175"/>
            <a:ext cx="11944620" cy="5657650"/>
          </a:xfrm>
          <a:prstGeom prst="rect">
            <a:avLst/>
          </a:prstGeom>
        </p:spPr>
      </p:pic>
      <p:sp>
        <p:nvSpPr>
          <p:cNvPr id="4" name="TextBox 3">
            <a:extLst>
              <a:ext uri="{FF2B5EF4-FFF2-40B4-BE49-F238E27FC236}">
                <a16:creationId xmlns:a16="http://schemas.microsoft.com/office/drawing/2014/main" id="{E9FBE7F4-B177-F81E-C8A7-25B3C0B1ABBD}"/>
              </a:ext>
            </a:extLst>
          </p:cNvPr>
          <p:cNvSpPr txBox="1"/>
          <p:nvPr/>
        </p:nvSpPr>
        <p:spPr>
          <a:xfrm>
            <a:off x="825910" y="3726426"/>
            <a:ext cx="3755922" cy="2031325"/>
          </a:xfrm>
          <a:prstGeom prst="rect">
            <a:avLst/>
          </a:prstGeom>
          <a:solidFill>
            <a:schemeClr val="bg1"/>
          </a:solidFill>
          <a:ln w="57150">
            <a:solidFill>
              <a:schemeClr val="tx1"/>
            </a:solidFill>
          </a:ln>
        </p:spPr>
        <p:txBody>
          <a:bodyPr wrap="square" rtlCol="0">
            <a:spAutoFit/>
          </a:bodyPr>
          <a:lstStyle/>
          <a:p>
            <a:pPr algn="ctr"/>
            <a:r>
              <a:rPr lang="en-US" b="1" dirty="0"/>
              <a:t>Step 2: Copy the HTTPS URL </a:t>
            </a:r>
          </a:p>
          <a:p>
            <a:pPr algn="ctr"/>
            <a:endParaRPr lang="en-US" dirty="0"/>
          </a:p>
          <a:p>
            <a:pPr algn="ctr"/>
            <a:r>
              <a:rPr lang="en-US" dirty="0"/>
              <a:t>Next, we will want to copy the HTTPS URL. This will be used within VS Code to connect it to our GitHub fork. To copy, </a:t>
            </a:r>
            <a:r>
              <a:rPr lang="en-US" b="1" dirty="0"/>
              <a:t>click</a:t>
            </a:r>
            <a:r>
              <a:rPr lang="en-US" dirty="0"/>
              <a:t> the two overlapping </a:t>
            </a:r>
            <a:r>
              <a:rPr lang="en-US" b="1" dirty="0"/>
              <a:t>squares icon. </a:t>
            </a:r>
          </a:p>
        </p:txBody>
      </p:sp>
      <p:sp>
        <p:nvSpPr>
          <p:cNvPr id="5" name="Rectangle 4">
            <a:extLst>
              <a:ext uri="{FF2B5EF4-FFF2-40B4-BE49-F238E27FC236}">
                <a16:creationId xmlns:a16="http://schemas.microsoft.com/office/drawing/2014/main" id="{9B65F3B3-4A39-6807-AC24-1B6B1D6BF7A7}"/>
              </a:ext>
            </a:extLst>
          </p:cNvPr>
          <p:cNvSpPr/>
          <p:nvPr/>
        </p:nvSpPr>
        <p:spPr>
          <a:xfrm>
            <a:off x="5270090" y="3529781"/>
            <a:ext cx="2979175" cy="344129"/>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2464ED7-3D41-AFF2-7462-F871A38DFCD0}"/>
              </a:ext>
            </a:extLst>
          </p:cNvPr>
          <p:cNvCxnSpPr>
            <a:stCxn id="4" idx="3"/>
          </p:cNvCxnSpPr>
          <p:nvPr/>
        </p:nvCxnSpPr>
        <p:spPr>
          <a:xfrm flipV="1">
            <a:off x="4581832" y="3873910"/>
            <a:ext cx="2202426" cy="8681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329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2B5FB-C0DA-688E-250D-84C28486FFFB}"/>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Now back to VS Code…</a:t>
            </a:r>
          </a:p>
        </p:txBody>
      </p:sp>
    </p:spTree>
    <p:extLst>
      <p:ext uri="{BB962C8B-B14F-4D97-AF65-F5344CB8AC3E}">
        <p14:creationId xmlns:p14="http://schemas.microsoft.com/office/powerpoint/2010/main" val="253217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B8CB8C-A8F9-2307-614E-A03A9469F2A9}"/>
              </a:ext>
            </a:extLst>
          </p:cNvPr>
          <p:cNvPicPr>
            <a:picLocks noChangeAspect="1"/>
          </p:cNvPicPr>
          <p:nvPr/>
        </p:nvPicPr>
        <p:blipFill>
          <a:blip r:embed="rId3"/>
          <a:stretch>
            <a:fillRect/>
          </a:stretch>
        </p:blipFill>
        <p:spPr>
          <a:xfrm>
            <a:off x="189547" y="292639"/>
            <a:ext cx="11812906" cy="6272721"/>
          </a:xfrm>
          <a:prstGeom prst="rect">
            <a:avLst/>
          </a:prstGeom>
        </p:spPr>
      </p:pic>
      <p:sp>
        <p:nvSpPr>
          <p:cNvPr id="6" name="TextBox 5">
            <a:extLst>
              <a:ext uri="{FF2B5EF4-FFF2-40B4-BE49-F238E27FC236}">
                <a16:creationId xmlns:a16="http://schemas.microsoft.com/office/drawing/2014/main" id="{D44151F8-3D84-39DC-F8B8-6BE2F2A4512A}"/>
              </a:ext>
            </a:extLst>
          </p:cNvPr>
          <p:cNvSpPr txBox="1"/>
          <p:nvPr/>
        </p:nvSpPr>
        <p:spPr>
          <a:xfrm>
            <a:off x="7820476" y="1303860"/>
            <a:ext cx="3755922" cy="3693319"/>
          </a:xfrm>
          <a:prstGeom prst="rect">
            <a:avLst/>
          </a:prstGeom>
          <a:solidFill>
            <a:schemeClr val="bg1"/>
          </a:solidFill>
          <a:ln w="57150">
            <a:solidFill>
              <a:schemeClr val="tx1"/>
            </a:solidFill>
          </a:ln>
        </p:spPr>
        <p:txBody>
          <a:bodyPr wrap="square" rtlCol="0">
            <a:spAutoFit/>
          </a:bodyPr>
          <a:lstStyle/>
          <a:p>
            <a:pPr algn="ctr"/>
            <a:r>
              <a:rPr lang="en-US" b="1" dirty="0"/>
              <a:t>Step 3: Checking for Git</a:t>
            </a:r>
          </a:p>
          <a:p>
            <a:pPr algn="ctr"/>
            <a:endParaRPr lang="en-US" dirty="0"/>
          </a:p>
          <a:p>
            <a:pPr algn="ctr"/>
            <a:r>
              <a:rPr lang="en-US" dirty="0"/>
              <a:t>We now need to make sure Git is loaded in VS Code. In the terminal, first type:</a:t>
            </a:r>
            <a:br>
              <a:rPr lang="en-US" dirty="0"/>
            </a:br>
            <a:br>
              <a:rPr lang="en-US" dirty="0"/>
            </a:br>
            <a:r>
              <a:rPr lang="en-US" dirty="0">
                <a:latin typeface="Courier New" panose="02070309020205020404" pitchFamily="49" charset="0"/>
                <a:cs typeface="Courier New" panose="02070309020205020404" pitchFamily="49" charset="0"/>
              </a:rPr>
              <a:t>git --version</a:t>
            </a:r>
          </a:p>
          <a:p>
            <a:pPr algn="ctr"/>
            <a:endParaRPr lang="en-US" dirty="0">
              <a:cs typeface="Courier New" panose="02070309020205020404" pitchFamily="49" charset="0"/>
            </a:endParaRPr>
          </a:p>
          <a:p>
            <a:pPr algn="ctr"/>
            <a:r>
              <a:rPr lang="en-US" dirty="0">
                <a:cs typeface="Courier New" panose="02070309020205020404" pitchFamily="49" charset="0"/>
              </a:rPr>
              <a:t>If you see a version number, skip to Step 4; otherwise, please refer to the </a:t>
            </a:r>
            <a:r>
              <a:rPr lang="en-US" i="1" dirty="0">
                <a:cs typeface="Courier New" panose="02070309020205020404" pitchFamily="49" charset="0"/>
              </a:rPr>
              <a:t>Helper PPT Downloading Git</a:t>
            </a:r>
            <a:r>
              <a:rPr lang="en-US" dirty="0">
                <a:cs typeface="Courier New" panose="02070309020205020404" pitchFamily="49" charset="0"/>
              </a:rPr>
              <a:t> PPT to download Git. Once downloaded, please repeat this step.</a:t>
            </a:r>
          </a:p>
        </p:txBody>
      </p:sp>
      <p:sp>
        <p:nvSpPr>
          <p:cNvPr id="2" name="Rectangle 1">
            <a:extLst>
              <a:ext uri="{FF2B5EF4-FFF2-40B4-BE49-F238E27FC236}">
                <a16:creationId xmlns:a16="http://schemas.microsoft.com/office/drawing/2014/main" id="{93D8FF70-6BAD-5109-F0A0-BF660DB74566}"/>
              </a:ext>
            </a:extLst>
          </p:cNvPr>
          <p:cNvSpPr/>
          <p:nvPr/>
        </p:nvSpPr>
        <p:spPr>
          <a:xfrm>
            <a:off x="2791326" y="4106779"/>
            <a:ext cx="4716379" cy="890400"/>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7EE9AD53-9420-A460-244D-4530281AD18E}"/>
              </a:ext>
            </a:extLst>
          </p:cNvPr>
          <p:cNvCxnSpPr>
            <a:stCxn id="6" idx="1"/>
            <a:endCxn id="2" idx="0"/>
          </p:cNvCxnSpPr>
          <p:nvPr/>
        </p:nvCxnSpPr>
        <p:spPr>
          <a:xfrm flipH="1">
            <a:off x="5149516" y="3150520"/>
            <a:ext cx="2670960" cy="95625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0219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8F93B0-A8A8-5E75-98FD-D2C7D062AD80}"/>
              </a:ext>
            </a:extLst>
          </p:cNvPr>
          <p:cNvPicPr>
            <a:picLocks noChangeAspect="1"/>
          </p:cNvPicPr>
          <p:nvPr/>
        </p:nvPicPr>
        <p:blipFill>
          <a:blip r:embed="rId2"/>
          <a:stretch>
            <a:fillRect/>
          </a:stretch>
        </p:blipFill>
        <p:spPr>
          <a:xfrm>
            <a:off x="296704" y="384067"/>
            <a:ext cx="11598591" cy="6089866"/>
          </a:xfrm>
          <a:prstGeom prst="rect">
            <a:avLst/>
          </a:prstGeom>
        </p:spPr>
      </p:pic>
      <p:sp>
        <p:nvSpPr>
          <p:cNvPr id="6" name="TextBox 5">
            <a:extLst>
              <a:ext uri="{FF2B5EF4-FFF2-40B4-BE49-F238E27FC236}">
                <a16:creationId xmlns:a16="http://schemas.microsoft.com/office/drawing/2014/main" id="{8E84A3A2-A93E-01BF-280D-E3C049FF8B40}"/>
              </a:ext>
            </a:extLst>
          </p:cNvPr>
          <p:cNvSpPr txBox="1"/>
          <p:nvPr/>
        </p:nvSpPr>
        <p:spPr>
          <a:xfrm>
            <a:off x="774643" y="2192352"/>
            <a:ext cx="3755922" cy="3970318"/>
          </a:xfrm>
          <a:prstGeom prst="rect">
            <a:avLst/>
          </a:prstGeom>
          <a:solidFill>
            <a:schemeClr val="bg1"/>
          </a:solidFill>
          <a:ln w="57150">
            <a:solidFill>
              <a:schemeClr val="tx1"/>
            </a:solidFill>
          </a:ln>
        </p:spPr>
        <p:txBody>
          <a:bodyPr wrap="square" rtlCol="0">
            <a:spAutoFit/>
          </a:bodyPr>
          <a:lstStyle/>
          <a:p>
            <a:pPr algn="ctr"/>
            <a:r>
              <a:rPr lang="en-US" b="1" dirty="0"/>
              <a:t>Step 4: Cloning the Repo</a:t>
            </a:r>
          </a:p>
          <a:p>
            <a:pPr algn="ctr"/>
            <a:endParaRPr lang="en-US" dirty="0"/>
          </a:p>
          <a:p>
            <a:pPr algn="ctr"/>
            <a:r>
              <a:rPr lang="en-US" dirty="0"/>
              <a:t>To begin the process of cloning the repo, first click:</a:t>
            </a:r>
            <a:br>
              <a:rPr lang="en-US" dirty="0"/>
            </a:br>
            <a:br>
              <a:rPr lang="en-US" dirty="0"/>
            </a:br>
            <a:r>
              <a:rPr lang="en-US" b="1" dirty="0"/>
              <a:t>Ctrl + Shift + P</a:t>
            </a:r>
            <a:br>
              <a:rPr lang="en-US" b="1" dirty="0"/>
            </a:br>
            <a:endParaRPr lang="en-US" b="1" dirty="0"/>
          </a:p>
          <a:p>
            <a:pPr algn="ctr"/>
            <a:r>
              <a:rPr lang="en-US" dirty="0"/>
              <a:t>to open the command search at the top of the page. You can also click </a:t>
            </a:r>
            <a:r>
              <a:rPr lang="en-US" i="1" dirty="0"/>
              <a:t>View</a:t>
            </a:r>
            <a:r>
              <a:rPr lang="en-US" dirty="0"/>
              <a:t> (top of page) and then select </a:t>
            </a:r>
            <a:r>
              <a:rPr lang="en-US" i="1" dirty="0"/>
              <a:t>Command Palette</a:t>
            </a:r>
            <a:r>
              <a:rPr lang="en-US" dirty="0"/>
              <a:t> to open the search. Then type and click</a:t>
            </a:r>
            <a:br>
              <a:rPr lang="en-US" dirty="0"/>
            </a:br>
            <a:br>
              <a:rPr lang="en-US" dirty="0"/>
            </a:br>
            <a:r>
              <a:rPr lang="en-US" dirty="0">
                <a:latin typeface="Courier New" panose="02070309020205020404" pitchFamily="49" charset="0"/>
                <a:cs typeface="Courier New" panose="02070309020205020404" pitchFamily="49" charset="0"/>
              </a:rPr>
              <a:t>Git: Clone</a:t>
            </a:r>
          </a:p>
        </p:txBody>
      </p:sp>
      <p:sp>
        <p:nvSpPr>
          <p:cNvPr id="7" name="Rectangle 6">
            <a:extLst>
              <a:ext uri="{FF2B5EF4-FFF2-40B4-BE49-F238E27FC236}">
                <a16:creationId xmlns:a16="http://schemas.microsoft.com/office/drawing/2014/main" id="{E0507F4C-6096-5759-2A83-91C24221823A}"/>
              </a:ext>
            </a:extLst>
          </p:cNvPr>
          <p:cNvSpPr/>
          <p:nvPr/>
        </p:nvSpPr>
        <p:spPr>
          <a:xfrm>
            <a:off x="3829050" y="466725"/>
            <a:ext cx="4600575" cy="675554"/>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0EBC567-D53C-7558-7C44-8072469EE1A2}"/>
              </a:ext>
            </a:extLst>
          </p:cNvPr>
          <p:cNvCxnSpPr>
            <a:stCxn id="6" idx="0"/>
            <a:endCxn id="7" idx="2"/>
          </p:cNvCxnSpPr>
          <p:nvPr/>
        </p:nvCxnSpPr>
        <p:spPr>
          <a:xfrm flipV="1">
            <a:off x="2652604" y="1142279"/>
            <a:ext cx="3476734" cy="105007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916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739E0E-18E7-6C7E-6075-7A746E8E6C79}"/>
              </a:ext>
            </a:extLst>
          </p:cNvPr>
          <p:cNvPicPr>
            <a:picLocks noChangeAspect="1"/>
          </p:cNvPicPr>
          <p:nvPr/>
        </p:nvPicPr>
        <p:blipFill>
          <a:blip r:embed="rId3"/>
          <a:stretch>
            <a:fillRect/>
          </a:stretch>
        </p:blipFill>
        <p:spPr>
          <a:xfrm>
            <a:off x="811711" y="135251"/>
            <a:ext cx="10568578" cy="6587497"/>
          </a:xfrm>
          <a:prstGeom prst="rect">
            <a:avLst/>
          </a:prstGeom>
        </p:spPr>
      </p:pic>
      <p:sp>
        <p:nvSpPr>
          <p:cNvPr id="4" name="Rectangle 3">
            <a:extLst>
              <a:ext uri="{FF2B5EF4-FFF2-40B4-BE49-F238E27FC236}">
                <a16:creationId xmlns:a16="http://schemas.microsoft.com/office/drawing/2014/main" id="{79738024-458F-F222-21A8-C8906CD4C824}"/>
              </a:ext>
            </a:extLst>
          </p:cNvPr>
          <p:cNvSpPr/>
          <p:nvPr/>
        </p:nvSpPr>
        <p:spPr>
          <a:xfrm>
            <a:off x="4752976" y="200025"/>
            <a:ext cx="5181600" cy="84772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5287046-22AF-0FCA-B672-CCC1A1AED49E}"/>
              </a:ext>
            </a:extLst>
          </p:cNvPr>
          <p:cNvSpPr txBox="1"/>
          <p:nvPr/>
        </p:nvSpPr>
        <p:spPr>
          <a:xfrm>
            <a:off x="1229176" y="2551836"/>
            <a:ext cx="3755922" cy="3693319"/>
          </a:xfrm>
          <a:prstGeom prst="rect">
            <a:avLst/>
          </a:prstGeom>
          <a:solidFill>
            <a:schemeClr val="bg1"/>
          </a:solidFill>
          <a:ln w="57150">
            <a:solidFill>
              <a:schemeClr val="tx1"/>
            </a:solidFill>
          </a:ln>
        </p:spPr>
        <p:txBody>
          <a:bodyPr wrap="square" rtlCol="0">
            <a:spAutoFit/>
          </a:bodyPr>
          <a:lstStyle/>
          <a:p>
            <a:pPr algn="ctr"/>
            <a:r>
              <a:rPr lang="en-US" b="1" dirty="0"/>
              <a:t>Step 4.1: Cloning the Repo</a:t>
            </a:r>
          </a:p>
          <a:p>
            <a:pPr algn="ctr"/>
            <a:endParaRPr lang="en-US" b="1" dirty="0"/>
          </a:p>
          <a:p>
            <a:pPr algn="ctr"/>
            <a:r>
              <a:rPr lang="en-US" dirty="0"/>
              <a:t>Next, </a:t>
            </a:r>
            <a:r>
              <a:rPr lang="en-US" b="1" dirty="0"/>
              <a:t>copy </a:t>
            </a:r>
            <a:r>
              <a:rPr lang="en-US" dirty="0"/>
              <a:t>and</a:t>
            </a:r>
            <a:r>
              <a:rPr lang="en-US" b="1" dirty="0"/>
              <a:t> paste</a:t>
            </a:r>
            <a:r>
              <a:rPr lang="en-US" dirty="0"/>
              <a:t> in the HTTPS URL of your GitHub fork into the search bar (</a:t>
            </a:r>
            <a:r>
              <a:rPr lang="en-US" b="1" dirty="0"/>
              <a:t>Hint:</a:t>
            </a:r>
            <a:r>
              <a:rPr lang="en-US" dirty="0"/>
              <a:t> This is what we copied in Step 2). You should also see a prompt asking for a GitHub HTTPS URL.</a:t>
            </a:r>
          </a:p>
          <a:p>
            <a:pPr algn="ctr"/>
            <a:endParaRPr lang="en-US" dirty="0">
              <a:cs typeface="Courier New" panose="02070309020205020404" pitchFamily="49" charset="0"/>
            </a:endParaRPr>
          </a:p>
          <a:p>
            <a:pPr algn="ctr"/>
            <a:r>
              <a:rPr lang="en-US" dirty="0">
                <a:cs typeface="Courier New" panose="02070309020205020404" pitchFamily="49" charset="0"/>
              </a:rPr>
              <a:t>You may be prompted to log into GitHub at this step. If there are any issues with doing so, please let one of us know.</a:t>
            </a:r>
          </a:p>
        </p:txBody>
      </p:sp>
      <p:cxnSp>
        <p:nvCxnSpPr>
          <p:cNvPr id="7" name="Straight Arrow Connector 6">
            <a:extLst>
              <a:ext uri="{FF2B5EF4-FFF2-40B4-BE49-F238E27FC236}">
                <a16:creationId xmlns:a16="http://schemas.microsoft.com/office/drawing/2014/main" id="{167E113C-FEC0-5A6A-EB59-B818D2B8E9F8}"/>
              </a:ext>
            </a:extLst>
          </p:cNvPr>
          <p:cNvCxnSpPr>
            <a:cxnSpLocks/>
            <a:stCxn id="5" idx="3"/>
            <a:endCxn id="4" idx="2"/>
          </p:cNvCxnSpPr>
          <p:nvPr/>
        </p:nvCxnSpPr>
        <p:spPr>
          <a:xfrm flipV="1">
            <a:off x="4985098" y="1047750"/>
            <a:ext cx="2358678" cy="335074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0450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447876-0EAA-1C98-00E7-273F90D1269C}"/>
              </a:ext>
            </a:extLst>
          </p:cNvPr>
          <p:cNvPicPr>
            <a:picLocks noChangeAspect="1"/>
          </p:cNvPicPr>
          <p:nvPr/>
        </p:nvPicPr>
        <p:blipFill>
          <a:blip r:embed="rId2"/>
          <a:stretch>
            <a:fillRect/>
          </a:stretch>
        </p:blipFill>
        <p:spPr>
          <a:xfrm>
            <a:off x="463754" y="429281"/>
            <a:ext cx="11264492" cy="5999438"/>
          </a:xfrm>
          <a:prstGeom prst="rect">
            <a:avLst/>
          </a:prstGeom>
        </p:spPr>
      </p:pic>
      <p:sp>
        <p:nvSpPr>
          <p:cNvPr id="4" name="TextBox 3">
            <a:extLst>
              <a:ext uri="{FF2B5EF4-FFF2-40B4-BE49-F238E27FC236}">
                <a16:creationId xmlns:a16="http://schemas.microsoft.com/office/drawing/2014/main" id="{693C33E0-64DE-691C-E59E-F6AE1A7E16F7}"/>
              </a:ext>
            </a:extLst>
          </p:cNvPr>
          <p:cNvSpPr txBox="1"/>
          <p:nvPr/>
        </p:nvSpPr>
        <p:spPr>
          <a:xfrm>
            <a:off x="7763326" y="1789836"/>
            <a:ext cx="3755922" cy="3416320"/>
          </a:xfrm>
          <a:prstGeom prst="rect">
            <a:avLst/>
          </a:prstGeom>
          <a:solidFill>
            <a:schemeClr val="bg1"/>
          </a:solidFill>
          <a:ln w="57150">
            <a:solidFill>
              <a:schemeClr val="tx1"/>
            </a:solidFill>
          </a:ln>
        </p:spPr>
        <p:txBody>
          <a:bodyPr wrap="square" rtlCol="0">
            <a:spAutoFit/>
          </a:bodyPr>
          <a:lstStyle/>
          <a:p>
            <a:pPr algn="ctr"/>
            <a:r>
              <a:rPr lang="en-US" b="1" dirty="0"/>
              <a:t>Step 5: Saving the Clone</a:t>
            </a:r>
          </a:p>
          <a:p>
            <a:pPr algn="ctr"/>
            <a:endParaRPr lang="en-US" b="1" dirty="0"/>
          </a:p>
          <a:p>
            <a:pPr algn="ctr"/>
            <a:r>
              <a:rPr lang="en-US" dirty="0"/>
              <a:t>After copy-and-pasting the HTTPS URL, you should see your folder directory. This is where you need to choose a folder to save your GitHub fork into. It will act as the local intermediary between VS Code and what you have on GitHub. We will talk about the structure of this folder in a later step; for now, you just need to select a place to save it.</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9646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74D159-B14E-548A-8F11-6DBE7E1DFA29}"/>
              </a:ext>
            </a:extLst>
          </p:cNvPr>
          <p:cNvPicPr>
            <a:picLocks noChangeAspect="1"/>
          </p:cNvPicPr>
          <p:nvPr/>
        </p:nvPicPr>
        <p:blipFill>
          <a:blip r:embed="rId2"/>
          <a:stretch>
            <a:fillRect/>
          </a:stretch>
        </p:blipFill>
        <p:spPr>
          <a:xfrm>
            <a:off x="771208" y="0"/>
            <a:ext cx="10649583" cy="6858000"/>
          </a:xfrm>
          <a:prstGeom prst="rect">
            <a:avLst/>
          </a:prstGeom>
        </p:spPr>
      </p:pic>
      <p:sp>
        <p:nvSpPr>
          <p:cNvPr id="4" name="TextBox 3">
            <a:extLst>
              <a:ext uri="{FF2B5EF4-FFF2-40B4-BE49-F238E27FC236}">
                <a16:creationId xmlns:a16="http://schemas.microsoft.com/office/drawing/2014/main" id="{A0A7D8B3-39FA-7E4E-56CD-E7058F1A12B7}"/>
              </a:ext>
            </a:extLst>
          </p:cNvPr>
          <p:cNvSpPr txBox="1"/>
          <p:nvPr/>
        </p:nvSpPr>
        <p:spPr>
          <a:xfrm>
            <a:off x="1591126" y="1997839"/>
            <a:ext cx="3755922" cy="2862322"/>
          </a:xfrm>
          <a:prstGeom prst="rect">
            <a:avLst/>
          </a:prstGeom>
          <a:solidFill>
            <a:schemeClr val="bg1"/>
          </a:solidFill>
          <a:ln w="57150">
            <a:solidFill>
              <a:schemeClr val="tx1"/>
            </a:solidFill>
          </a:ln>
        </p:spPr>
        <p:txBody>
          <a:bodyPr wrap="square" rtlCol="0">
            <a:spAutoFit/>
          </a:bodyPr>
          <a:lstStyle/>
          <a:p>
            <a:pPr algn="ctr"/>
            <a:r>
              <a:rPr lang="en-US" b="1" dirty="0"/>
              <a:t>Step 6: Opening the Repository</a:t>
            </a:r>
          </a:p>
          <a:p>
            <a:pPr algn="ctr"/>
            <a:endParaRPr lang="en-US" b="1" dirty="0"/>
          </a:p>
          <a:p>
            <a:pPr algn="ctr"/>
            <a:r>
              <a:rPr lang="en-US" dirty="0"/>
              <a:t>After choosing a folder to save the local version of the repository, VS Code will prompt you to open it. Here, you want to click </a:t>
            </a:r>
            <a:r>
              <a:rPr lang="en-US" b="1" dirty="0"/>
              <a:t>Open</a:t>
            </a:r>
            <a:r>
              <a:rPr lang="en-US" dirty="0"/>
              <a:t>. This will ensure all your working directories are set up correctly and get you ready for the remainder of the lab.</a:t>
            </a:r>
            <a:endParaRPr lang="en-US" dirty="0">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CC04945E-3763-6944-E820-76287EDA28DB}"/>
              </a:ext>
            </a:extLst>
          </p:cNvPr>
          <p:cNvSpPr/>
          <p:nvPr/>
        </p:nvSpPr>
        <p:spPr>
          <a:xfrm>
            <a:off x="6095999" y="3429000"/>
            <a:ext cx="742951" cy="304800"/>
          </a:xfrm>
          <a:prstGeom prst="rect">
            <a:avLst/>
          </a:prstGeom>
          <a:noFill/>
          <a:ln w="57150">
            <a:solidFill>
              <a:srgbClr val="3E4B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AA6C45A-0074-A380-E165-0E3A8987863D}"/>
              </a:ext>
            </a:extLst>
          </p:cNvPr>
          <p:cNvCxnSpPr>
            <a:stCxn id="4" idx="3"/>
          </p:cNvCxnSpPr>
          <p:nvPr/>
        </p:nvCxnSpPr>
        <p:spPr>
          <a:xfrm>
            <a:off x="5347048" y="3429000"/>
            <a:ext cx="748951" cy="133350"/>
          </a:xfrm>
          <a:prstGeom prst="straightConnector1">
            <a:avLst/>
          </a:prstGeom>
          <a:ln w="57150">
            <a:solidFill>
              <a:srgbClr val="3E4B5E"/>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834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D1E51C-4F9F-4220-3EC8-32CCC4DA7E15}"/>
              </a:ext>
            </a:extLst>
          </p:cNvPr>
          <p:cNvPicPr>
            <a:picLocks noChangeAspect="1"/>
          </p:cNvPicPr>
          <p:nvPr/>
        </p:nvPicPr>
        <p:blipFill>
          <a:blip r:embed="rId2"/>
          <a:stretch>
            <a:fillRect/>
          </a:stretch>
        </p:blipFill>
        <p:spPr>
          <a:xfrm>
            <a:off x="302687" y="313472"/>
            <a:ext cx="11586626" cy="6231057"/>
          </a:xfrm>
          <a:prstGeom prst="rect">
            <a:avLst/>
          </a:prstGeom>
        </p:spPr>
      </p:pic>
      <p:sp>
        <p:nvSpPr>
          <p:cNvPr id="4" name="Rectangle 3">
            <a:extLst>
              <a:ext uri="{FF2B5EF4-FFF2-40B4-BE49-F238E27FC236}">
                <a16:creationId xmlns:a16="http://schemas.microsoft.com/office/drawing/2014/main" id="{6A6E1CAE-E661-36A9-48EA-B84365A101E3}"/>
              </a:ext>
            </a:extLst>
          </p:cNvPr>
          <p:cNvSpPr/>
          <p:nvPr/>
        </p:nvSpPr>
        <p:spPr>
          <a:xfrm>
            <a:off x="526161" y="600075"/>
            <a:ext cx="1695831" cy="578167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EC0C281-63E9-BC59-9811-118DFE118EF7}"/>
              </a:ext>
            </a:extLst>
          </p:cNvPr>
          <p:cNvSpPr txBox="1"/>
          <p:nvPr/>
        </p:nvSpPr>
        <p:spPr>
          <a:xfrm>
            <a:off x="4343851" y="1073913"/>
            <a:ext cx="3755922" cy="1477328"/>
          </a:xfrm>
          <a:prstGeom prst="rect">
            <a:avLst/>
          </a:prstGeom>
          <a:solidFill>
            <a:schemeClr val="bg1"/>
          </a:solidFill>
          <a:ln w="57150">
            <a:solidFill>
              <a:schemeClr val="tx1"/>
            </a:solidFill>
          </a:ln>
        </p:spPr>
        <p:txBody>
          <a:bodyPr wrap="square" rtlCol="0">
            <a:spAutoFit/>
          </a:bodyPr>
          <a:lstStyle/>
          <a:p>
            <a:pPr algn="ctr"/>
            <a:r>
              <a:rPr lang="en-US" dirty="0">
                <a:cs typeface="Courier New" panose="02070309020205020404" pitchFamily="49" charset="0"/>
              </a:rPr>
              <a:t>You should now see the folder structure of your GitHub repository in the Explorer tab of VS Code. If you do not or run into any errors, please let us know!</a:t>
            </a:r>
          </a:p>
        </p:txBody>
      </p:sp>
      <p:cxnSp>
        <p:nvCxnSpPr>
          <p:cNvPr id="7" name="Straight Arrow Connector 6">
            <a:extLst>
              <a:ext uri="{FF2B5EF4-FFF2-40B4-BE49-F238E27FC236}">
                <a16:creationId xmlns:a16="http://schemas.microsoft.com/office/drawing/2014/main" id="{72E1EE05-8931-3A0F-31B7-2AC293A17DA7}"/>
              </a:ext>
            </a:extLst>
          </p:cNvPr>
          <p:cNvCxnSpPr>
            <a:cxnSpLocks/>
            <a:stCxn id="5" idx="1"/>
            <a:endCxn id="4" idx="3"/>
          </p:cNvCxnSpPr>
          <p:nvPr/>
        </p:nvCxnSpPr>
        <p:spPr>
          <a:xfrm flipH="1">
            <a:off x="2221992" y="1812577"/>
            <a:ext cx="2121859" cy="167833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131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8D2C6A-8D50-25F4-50D7-72C3F355903A}"/>
              </a:ext>
            </a:extLst>
          </p:cNvPr>
          <p:cNvPicPr>
            <a:picLocks noChangeAspect="1"/>
          </p:cNvPicPr>
          <p:nvPr/>
        </p:nvPicPr>
        <p:blipFill>
          <a:blip r:embed="rId3"/>
          <a:stretch>
            <a:fillRect/>
          </a:stretch>
        </p:blipFill>
        <p:spPr>
          <a:xfrm>
            <a:off x="302687" y="313472"/>
            <a:ext cx="11586626" cy="6231057"/>
          </a:xfrm>
          <a:prstGeom prst="rect">
            <a:avLst/>
          </a:prstGeom>
        </p:spPr>
      </p:pic>
      <p:sp>
        <p:nvSpPr>
          <p:cNvPr id="4" name="Rectangle 3">
            <a:extLst>
              <a:ext uri="{FF2B5EF4-FFF2-40B4-BE49-F238E27FC236}">
                <a16:creationId xmlns:a16="http://schemas.microsoft.com/office/drawing/2014/main" id="{FD563345-3CA1-3B7B-E57D-A0721F8D4BFE}"/>
              </a:ext>
            </a:extLst>
          </p:cNvPr>
          <p:cNvSpPr/>
          <p:nvPr/>
        </p:nvSpPr>
        <p:spPr>
          <a:xfrm>
            <a:off x="402336" y="6281928"/>
            <a:ext cx="905256" cy="374904"/>
          </a:xfrm>
          <a:prstGeom prst="rect">
            <a:avLst/>
          </a:prstGeom>
          <a:noFill/>
          <a:ln w="571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36629C2-3652-A66A-064C-2874A1D92C4E}"/>
              </a:ext>
            </a:extLst>
          </p:cNvPr>
          <p:cNvCxnSpPr>
            <a:cxnSpLocks/>
            <a:stCxn id="8" idx="1"/>
            <a:endCxn id="4" idx="3"/>
          </p:cNvCxnSpPr>
          <p:nvPr/>
        </p:nvCxnSpPr>
        <p:spPr>
          <a:xfrm flipH="1">
            <a:off x="1307592" y="4306163"/>
            <a:ext cx="3674434" cy="2163217"/>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E67C87-E411-AECB-5215-1E5C8E78FD19}"/>
              </a:ext>
            </a:extLst>
          </p:cNvPr>
          <p:cNvSpPr txBox="1"/>
          <p:nvPr/>
        </p:nvSpPr>
        <p:spPr>
          <a:xfrm>
            <a:off x="4982026" y="3429000"/>
            <a:ext cx="3755922" cy="1754326"/>
          </a:xfrm>
          <a:prstGeom prst="rect">
            <a:avLst/>
          </a:prstGeom>
          <a:solidFill>
            <a:schemeClr val="bg1"/>
          </a:solidFill>
          <a:ln w="57150">
            <a:solidFill>
              <a:schemeClr val="tx1"/>
            </a:solidFill>
          </a:ln>
        </p:spPr>
        <p:txBody>
          <a:bodyPr wrap="square" rtlCol="0">
            <a:spAutoFit/>
          </a:bodyPr>
          <a:lstStyle/>
          <a:p>
            <a:pPr algn="ctr"/>
            <a:r>
              <a:rPr lang="en-US" dirty="0">
                <a:cs typeface="Courier New" panose="02070309020205020404" pitchFamily="49" charset="0"/>
              </a:rPr>
              <a:t>If after cloning (copying) the GitHub repository you are in ‘Restricted Mode’, we will need to indicate that we trust the files so we can access all VS Code features. To start this process, first click </a:t>
            </a:r>
            <a:r>
              <a:rPr lang="en-US" i="1" dirty="0">
                <a:cs typeface="Courier New" panose="02070309020205020404" pitchFamily="49" charset="0"/>
              </a:rPr>
              <a:t>Restricted Mode</a:t>
            </a:r>
            <a:r>
              <a:rPr lang="en-US" dirty="0">
                <a:cs typeface="Courier New" panose="02070309020205020404" pitchFamily="49" charset="0"/>
              </a:rPr>
              <a:t>.</a:t>
            </a:r>
          </a:p>
        </p:txBody>
      </p:sp>
    </p:spTree>
    <p:extLst>
      <p:ext uri="{BB962C8B-B14F-4D97-AF65-F5344CB8AC3E}">
        <p14:creationId xmlns:p14="http://schemas.microsoft.com/office/powerpoint/2010/main" val="3111284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B29843-2FE2-DF5E-6804-ECE24D41537C}"/>
              </a:ext>
            </a:extLst>
          </p:cNvPr>
          <p:cNvPicPr>
            <a:picLocks noChangeAspect="1"/>
          </p:cNvPicPr>
          <p:nvPr/>
        </p:nvPicPr>
        <p:blipFill>
          <a:blip r:embed="rId2"/>
          <a:stretch>
            <a:fillRect/>
          </a:stretch>
        </p:blipFill>
        <p:spPr>
          <a:xfrm>
            <a:off x="340290" y="169164"/>
            <a:ext cx="11511421" cy="6519672"/>
          </a:xfrm>
          <a:prstGeom prst="rect">
            <a:avLst/>
          </a:prstGeom>
        </p:spPr>
      </p:pic>
      <p:sp>
        <p:nvSpPr>
          <p:cNvPr id="4" name="TextBox 3">
            <a:extLst>
              <a:ext uri="{FF2B5EF4-FFF2-40B4-BE49-F238E27FC236}">
                <a16:creationId xmlns:a16="http://schemas.microsoft.com/office/drawing/2014/main" id="{600CCE18-7FFE-9013-F310-36878378EA52}"/>
              </a:ext>
            </a:extLst>
          </p:cNvPr>
          <p:cNvSpPr txBox="1"/>
          <p:nvPr/>
        </p:nvSpPr>
        <p:spPr>
          <a:xfrm>
            <a:off x="4982026" y="3429000"/>
            <a:ext cx="3755922" cy="646331"/>
          </a:xfrm>
          <a:prstGeom prst="rect">
            <a:avLst/>
          </a:prstGeom>
          <a:solidFill>
            <a:schemeClr val="bg1"/>
          </a:solidFill>
          <a:ln w="57150">
            <a:solidFill>
              <a:schemeClr val="tx1"/>
            </a:solidFill>
          </a:ln>
        </p:spPr>
        <p:txBody>
          <a:bodyPr wrap="square" rtlCol="0">
            <a:spAutoFit/>
          </a:bodyPr>
          <a:lstStyle/>
          <a:p>
            <a:pPr algn="ctr"/>
            <a:r>
              <a:rPr lang="en-US" dirty="0">
                <a:cs typeface="Courier New" panose="02070309020205020404" pitchFamily="49" charset="0"/>
              </a:rPr>
              <a:t>Next, click </a:t>
            </a:r>
            <a:r>
              <a:rPr lang="en-US" i="1" dirty="0">
                <a:cs typeface="Courier New" panose="02070309020205020404" pitchFamily="49" charset="0"/>
              </a:rPr>
              <a:t>Trust </a:t>
            </a:r>
            <a:r>
              <a:rPr lang="en-US" dirty="0">
                <a:cs typeface="Courier New" panose="02070309020205020404" pitchFamily="49" charset="0"/>
              </a:rPr>
              <a:t>and close out the pop-up.</a:t>
            </a:r>
          </a:p>
        </p:txBody>
      </p:sp>
      <p:sp>
        <p:nvSpPr>
          <p:cNvPr id="5" name="Rectangle 4">
            <a:extLst>
              <a:ext uri="{FF2B5EF4-FFF2-40B4-BE49-F238E27FC236}">
                <a16:creationId xmlns:a16="http://schemas.microsoft.com/office/drawing/2014/main" id="{75C4C070-8783-BDEB-E73E-52969494C34D}"/>
              </a:ext>
            </a:extLst>
          </p:cNvPr>
          <p:cNvSpPr/>
          <p:nvPr/>
        </p:nvSpPr>
        <p:spPr>
          <a:xfrm>
            <a:off x="3630168" y="3959352"/>
            <a:ext cx="987552" cy="39319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E53863F-CDFD-33EC-942C-5F885362B122}"/>
              </a:ext>
            </a:extLst>
          </p:cNvPr>
          <p:cNvSpPr/>
          <p:nvPr/>
        </p:nvSpPr>
        <p:spPr>
          <a:xfrm>
            <a:off x="11301984" y="280416"/>
            <a:ext cx="435864" cy="39319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484B105-C06A-6F8B-B22A-731DC349D65D}"/>
              </a:ext>
            </a:extLst>
          </p:cNvPr>
          <p:cNvCxnSpPr>
            <a:stCxn id="4" idx="1"/>
            <a:endCxn id="5" idx="3"/>
          </p:cNvCxnSpPr>
          <p:nvPr/>
        </p:nvCxnSpPr>
        <p:spPr>
          <a:xfrm flipH="1">
            <a:off x="4617720" y="3752166"/>
            <a:ext cx="364306" cy="40378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09A83F3-F163-28BE-668B-E2305A0E2B9D}"/>
              </a:ext>
            </a:extLst>
          </p:cNvPr>
          <p:cNvCxnSpPr>
            <a:stCxn id="4" idx="3"/>
            <a:endCxn id="7" idx="1"/>
          </p:cNvCxnSpPr>
          <p:nvPr/>
        </p:nvCxnSpPr>
        <p:spPr>
          <a:xfrm flipV="1">
            <a:off x="8737948" y="477012"/>
            <a:ext cx="2564036" cy="327515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643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BBAE8D-E0B7-93AE-E12B-BC6F099C075C}"/>
              </a:ext>
            </a:extLst>
          </p:cNvPr>
          <p:cNvPicPr>
            <a:picLocks noChangeAspect="1"/>
          </p:cNvPicPr>
          <p:nvPr/>
        </p:nvPicPr>
        <p:blipFill>
          <a:blip r:embed="rId2"/>
          <a:stretch>
            <a:fillRect/>
          </a:stretch>
        </p:blipFill>
        <p:spPr>
          <a:xfrm>
            <a:off x="1504718" y="1738699"/>
            <a:ext cx="9182565" cy="4810424"/>
          </a:xfrm>
          <a:prstGeom prst="rect">
            <a:avLst/>
          </a:prstGeom>
        </p:spPr>
      </p:pic>
      <p:sp>
        <p:nvSpPr>
          <p:cNvPr id="4" name="Title 3">
            <a:extLst>
              <a:ext uri="{FF2B5EF4-FFF2-40B4-BE49-F238E27FC236}">
                <a16:creationId xmlns:a16="http://schemas.microsoft.com/office/drawing/2014/main" id="{06EDAED8-F607-E8DF-5CC5-AA486A53D10F}"/>
              </a:ext>
            </a:extLst>
          </p:cNvPr>
          <p:cNvSpPr>
            <a:spLocks noGrp="1"/>
          </p:cNvSpPr>
          <p:nvPr>
            <p:ph type="title"/>
          </p:nvPr>
        </p:nvSpPr>
        <p:spPr>
          <a:xfrm>
            <a:off x="838200" y="165737"/>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4: Preparing the Working Directory</a:t>
            </a:r>
          </a:p>
        </p:txBody>
      </p:sp>
      <p:sp>
        <p:nvSpPr>
          <p:cNvPr id="7" name="TextBox 6">
            <a:extLst>
              <a:ext uri="{FF2B5EF4-FFF2-40B4-BE49-F238E27FC236}">
                <a16:creationId xmlns:a16="http://schemas.microsoft.com/office/drawing/2014/main" id="{D83AE9EE-F372-6B5D-AE1D-30DF61982ECA}"/>
              </a:ext>
            </a:extLst>
          </p:cNvPr>
          <p:cNvSpPr txBox="1"/>
          <p:nvPr/>
        </p:nvSpPr>
        <p:spPr>
          <a:xfrm>
            <a:off x="6931360" y="3813559"/>
            <a:ext cx="3755922" cy="258532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Navigating to Local GitHub</a:t>
            </a:r>
          </a:p>
          <a:p>
            <a:pPr algn="ctr"/>
            <a:endParaRPr lang="en-US" b="1" dirty="0">
              <a:cs typeface="Courier New" panose="02070309020205020404" pitchFamily="49" charset="0"/>
            </a:endParaRPr>
          </a:p>
          <a:p>
            <a:pPr algn="ctr"/>
            <a:r>
              <a:rPr lang="en-US" dirty="0">
                <a:cs typeface="Courier New" panose="02070309020205020404" pitchFamily="49" charset="0"/>
              </a:rPr>
              <a:t>Now that we have cloned our fork (copied the GitHub fork to our computer), we need to do some initial setup. This will come into play when we upload our results to GitHub. </a:t>
            </a:r>
            <a:r>
              <a:rPr lang="en-US" b="1" dirty="0">
                <a:cs typeface="Courier New" panose="02070309020205020404" pitchFamily="49" charset="0"/>
              </a:rPr>
              <a:t>Click</a:t>
            </a:r>
            <a:r>
              <a:rPr lang="en-US" dirty="0">
                <a:cs typeface="Courier New" panose="02070309020205020404" pitchFamily="49" charset="0"/>
              </a:rPr>
              <a:t> on the downloaded folder.</a:t>
            </a:r>
          </a:p>
        </p:txBody>
      </p:sp>
      <p:sp>
        <p:nvSpPr>
          <p:cNvPr id="8" name="Rectangle 7">
            <a:extLst>
              <a:ext uri="{FF2B5EF4-FFF2-40B4-BE49-F238E27FC236}">
                <a16:creationId xmlns:a16="http://schemas.microsoft.com/office/drawing/2014/main" id="{1A698715-7AD5-04E8-A728-71898A782402}"/>
              </a:ext>
            </a:extLst>
          </p:cNvPr>
          <p:cNvSpPr/>
          <p:nvPr/>
        </p:nvSpPr>
        <p:spPr>
          <a:xfrm>
            <a:off x="2084832" y="3154680"/>
            <a:ext cx="6565392" cy="41148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8488829-4C6E-72E9-0246-08E192EDA71A}"/>
              </a:ext>
            </a:extLst>
          </p:cNvPr>
          <p:cNvCxnSpPr>
            <a:stCxn id="7" idx="1"/>
            <a:endCxn id="8" idx="2"/>
          </p:cNvCxnSpPr>
          <p:nvPr/>
        </p:nvCxnSpPr>
        <p:spPr>
          <a:xfrm flipH="1" flipV="1">
            <a:off x="5367528" y="3566160"/>
            <a:ext cx="1563832" cy="15400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1" descr="Your Turn Rubber Stamp Royalty Free SVG, Cliparts, Vectors, and Stock  Illustration. Image 68258628.">
            <a:extLst>
              <a:ext uri="{FF2B5EF4-FFF2-40B4-BE49-F238E27FC236}">
                <a16:creationId xmlns:a16="http://schemas.microsoft.com/office/drawing/2014/main" id="{4B29FC4E-90E0-D0C6-2DBE-027EF19D67E0}"/>
              </a:ext>
            </a:extLst>
          </p:cNvPr>
          <p:cNvPicPr>
            <a:picLocks noChangeAspect="1"/>
          </p:cNvPicPr>
          <p:nvPr/>
        </p:nvPicPr>
        <p:blipFill>
          <a:blip r:embed="rId3"/>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315879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008DD9-CAFF-E972-640B-B07C51F8CF23}"/>
              </a:ext>
            </a:extLst>
          </p:cNvPr>
          <p:cNvPicPr>
            <a:picLocks noChangeAspect="1"/>
          </p:cNvPicPr>
          <p:nvPr/>
        </p:nvPicPr>
        <p:blipFill>
          <a:blip r:embed="rId2"/>
          <a:stretch>
            <a:fillRect/>
          </a:stretch>
        </p:blipFill>
        <p:spPr>
          <a:xfrm>
            <a:off x="430574" y="555766"/>
            <a:ext cx="8433888" cy="5325844"/>
          </a:xfrm>
          <a:prstGeom prst="rect">
            <a:avLst/>
          </a:prstGeom>
        </p:spPr>
      </p:pic>
      <p:sp>
        <p:nvSpPr>
          <p:cNvPr id="5" name="TextBox 4">
            <a:extLst>
              <a:ext uri="{FF2B5EF4-FFF2-40B4-BE49-F238E27FC236}">
                <a16:creationId xmlns:a16="http://schemas.microsoft.com/office/drawing/2014/main" id="{F60E51F3-CD4C-3E39-70F1-319E9D0F1FE6}"/>
              </a:ext>
            </a:extLst>
          </p:cNvPr>
          <p:cNvSpPr txBox="1"/>
          <p:nvPr/>
        </p:nvSpPr>
        <p:spPr>
          <a:xfrm>
            <a:off x="6798275" y="3090672"/>
            <a:ext cx="3755922" cy="2308324"/>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Open the </a:t>
            </a:r>
            <a:r>
              <a:rPr lang="en-US" b="1" i="1" dirty="0">
                <a:cs typeface="Courier New" panose="02070309020205020404" pitchFamily="49" charset="0"/>
              </a:rPr>
              <a:t>USE-ME</a:t>
            </a:r>
            <a:r>
              <a:rPr lang="en-US" b="1" dirty="0">
                <a:cs typeface="Courier New" panose="02070309020205020404" pitchFamily="49" charset="0"/>
              </a:rPr>
              <a:t> folder</a:t>
            </a:r>
          </a:p>
          <a:p>
            <a:pPr algn="ctr"/>
            <a:endParaRPr lang="en-US" b="1" dirty="0">
              <a:cs typeface="Courier New" panose="02070309020205020404" pitchFamily="49" charset="0"/>
            </a:endParaRPr>
          </a:p>
          <a:p>
            <a:pPr algn="ctr"/>
            <a:r>
              <a:rPr lang="en-US" dirty="0">
                <a:cs typeface="Courier New" panose="02070309020205020404" pitchFamily="49" charset="0"/>
              </a:rPr>
              <a:t>As discussed before, the </a:t>
            </a:r>
            <a:r>
              <a:rPr lang="en-US" i="1" dirty="0">
                <a:cs typeface="Courier New" panose="02070309020205020404" pitchFamily="49" charset="0"/>
              </a:rPr>
              <a:t>USE-ME </a:t>
            </a:r>
            <a:r>
              <a:rPr lang="en-US" dirty="0">
                <a:cs typeface="Courier New" panose="02070309020205020404" pitchFamily="49" charset="0"/>
              </a:rPr>
              <a:t>folder will be where we save our files. However, prior to doing so we need to create our named folder. First, click on </a:t>
            </a:r>
            <a:r>
              <a:rPr lang="en-US" i="1" dirty="0">
                <a:cs typeface="Courier New" panose="02070309020205020404" pitchFamily="49" charset="0"/>
              </a:rPr>
              <a:t>USE-ME</a:t>
            </a:r>
            <a:r>
              <a:rPr lang="en-US" dirty="0">
                <a:cs typeface="Courier New" panose="02070309020205020404" pitchFamily="49" charset="0"/>
              </a:rPr>
              <a:t> to open the folder. </a:t>
            </a:r>
          </a:p>
        </p:txBody>
      </p:sp>
      <p:sp>
        <p:nvSpPr>
          <p:cNvPr id="6" name="Rectangle 5">
            <a:extLst>
              <a:ext uri="{FF2B5EF4-FFF2-40B4-BE49-F238E27FC236}">
                <a16:creationId xmlns:a16="http://schemas.microsoft.com/office/drawing/2014/main" id="{F8115CC5-BFC7-06B9-C95F-394CA3BF3836}"/>
              </a:ext>
            </a:extLst>
          </p:cNvPr>
          <p:cNvSpPr/>
          <p:nvPr/>
        </p:nvSpPr>
        <p:spPr>
          <a:xfrm>
            <a:off x="896112" y="1106424"/>
            <a:ext cx="6565392" cy="329184"/>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90751C4-8EDE-3C61-3713-46548F86BC32}"/>
              </a:ext>
            </a:extLst>
          </p:cNvPr>
          <p:cNvCxnSpPr>
            <a:cxnSpLocks/>
            <a:stCxn id="5" idx="1"/>
            <a:endCxn id="6" idx="2"/>
          </p:cNvCxnSpPr>
          <p:nvPr/>
        </p:nvCxnSpPr>
        <p:spPr>
          <a:xfrm flipH="1" flipV="1">
            <a:off x="4178808" y="1435608"/>
            <a:ext cx="2619467" cy="28092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579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49D856-402C-4778-5DDB-1288D9FCF751}"/>
              </a:ext>
            </a:extLst>
          </p:cNvPr>
          <p:cNvPicPr>
            <a:picLocks noChangeAspect="1"/>
          </p:cNvPicPr>
          <p:nvPr/>
        </p:nvPicPr>
        <p:blipFill>
          <a:blip r:embed="rId2"/>
          <a:stretch>
            <a:fillRect/>
          </a:stretch>
        </p:blipFill>
        <p:spPr>
          <a:xfrm>
            <a:off x="455059" y="409575"/>
            <a:ext cx="8458831" cy="6038850"/>
          </a:xfrm>
          <a:prstGeom prst="rect">
            <a:avLst/>
          </a:prstGeom>
        </p:spPr>
      </p:pic>
      <p:sp>
        <p:nvSpPr>
          <p:cNvPr id="4" name="TextBox 3">
            <a:extLst>
              <a:ext uri="{FF2B5EF4-FFF2-40B4-BE49-F238E27FC236}">
                <a16:creationId xmlns:a16="http://schemas.microsoft.com/office/drawing/2014/main" id="{4B9EC68C-5089-5C89-4DAD-086974B52634}"/>
              </a:ext>
            </a:extLst>
          </p:cNvPr>
          <p:cNvSpPr txBox="1"/>
          <p:nvPr/>
        </p:nvSpPr>
        <p:spPr>
          <a:xfrm>
            <a:off x="6798275" y="3090672"/>
            <a:ext cx="3755922" cy="2031325"/>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Creating the named folder</a:t>
            </a:r>
          </a:p>
          <a:p>
            <a:pPr algn="ctr"/>
            <a:endParaRPr lang="en-US" b="1" dirty="0">
              <a:cs typeface="Courier New" panose="02070309020205020404" pitchFamily="49" charset="0"/>
            </a:endParaRPr>
          </a:p>
          <a:p>
            <a:pPr algn="ctr"/>
            <a:r>
              <a:rPr lang="en-US" dirty="0">
                <a:cs typeface="Courier New" panose="02070309020205020404" pitchFamily="49" charset="0"/>
              </a:rPr>
              <a:t>Within the </a:t>
            </a:r>
            <a:r>
              <a:rPr lang="en-US" i="1" dirty="0">
                <a:cs typeface="Courier New" panose="02070309020205020404" pitchFamily="49" charset="0"/>
              </a:rPr>
              <a:t>USE-ME</a:t>
            </a:r>
            <a:r>
              <a:rPr lang="en-US" dirty="0">
                <a:cs typeface="Courier New" panose="02070309020205020404" pitchFamily="49" charset="0"/>
              </a:rPr>
              <a:t> folder, </a:t>
            </a:r>
            <a:r>
              <a:rPr lang="en-US" b="1" dirty="0">
                <a:cs typeface="Courier New" panose="02070309020205020404" pitchFamily="49" charset="0"/>
              </a:rPr>
              <a:t>create</a:t>
            </a:r>
            <a:r>
              <a:rPr lang="en-US" dirty="0">
                <a:cs typeface="Courier New" panose="02070309020205020404" pitchFamily="49" charset="0"/>
              </a:rPr>
              <a:t> a folder with your name as the label (or meaningful label) and </a:t>
            </a:r>
            <a:r>
              <a:rPr lang="en-US" b="1" dirty="0">
                <a:cs typeface="Courier New" panose="02070309020205020404" pitchFamily="49" charset="0"/>
              </a:rPr>
              <a:t>move</a:t>
            </a:r>
            <a:r>
              <a:rPr lang="en-US" dirty="0">
                <a:cs typeface="Courier New" panose="02070309020205020404" pitchFamily="49" charset="0"/>
              </a:rPr>
              <a:t> the </a:t>
            </a:r>
            <a:r>
              <a:rPr lang="en-US" i="1" dirty="0">
                <a:cs typeface="Courier New" panose="02070309020205020404" pitchFamily="49" charset="0"/>
              </a:rPr>
              <a:t>data</a:t>
            </a:r>
            <a:r>
              <a:rPr lang="en-US" dirty="0">
                <a:cs typeface="Courier New" panose="02070309020205020404" pitchFamily="49" charset="0"/>
              </a:rPr>
              <a:t> folder and </a:t>
            </a:r>
            <a:r>
              <a:rPr lang="en-US" i="1" dirty="0">
                <a:cs typeface="Courier New" panose="02070309020205020404" pitchFamily="49" charset="0"/>
              </a:rPr>
              <a:t>rules.md</a:t>
            </a:r>
            <a:r>
              <a:rPr lang="en-US" dirty="0">
                <a:cs typeface="Courier New" panose="02070309020205020404" pitchFamily="49" charset="0"/>
              </a:rPr>
              <a:t> within your newly created folder. </a:t>
            </a:r>
          </a:p>
        </p:txBody>
      </p:sp>
      <p:sp>
        <p:nvSpPr>
          <p:cNvPr id="5" name="Rectangle 4">
            <a:extLst>
              <a:ext uri="{FF2B5EF4-FFF2-40B4-BE49-F238E27FC236}">
                <a16:creationId xmlns:a16="http://schemas.microsoft.com/office/drawing/2014/main" id="{B78FC826-FCFA-6E1F-BA19-5D8365733741}"/>
              </a:ext>
            </a:extLst>
          </p:cNvPr>
          <p:cNvSpPr/>
          <p:nvPr/>
        </p:nvSpPr>
        <p:spPr>
          <a:xfrm>
            <a:off x="832104" y="1188720"/>
            <a:ext cx="5660136" cy="256032"/>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EABA674-52F7-8BE8-3B6B-FA210A95E584}"/>
              </a:ext>
            </a:extLst>
          </p:cNvPr>
          <p:cNvCxnSpPr>
            <a:stCxn id="4" idx="1"/>
            <a:endCxn id="5" idx="2"/>
          </p:cNvCxnSpPr>
          <p:nvPr/>
        </p:nvCxnSpPr>
        <p:spPr>
          <a:xfrm flipH="1" flipV="1">
            <a:off x="3662172" y="1444752"/>
            <a:ext cx="3136103" cy="266158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854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97A3C1-E8FA-83CD-7DF8-883A13827FEC}"/>
              </a:ext>
            </a:extLst>
          </p:cNvPr>
          <p:cNvPicPr>
            <a:picLocks noChangeAspect="1"/>
          </p:cNvPicPr>
          <p:nvPr/>
        </p:nvPicPr>
        <p:blipFill>
          <a:blip r:embed="rId2"/>
          <a:stretch>
            <a:fillRect/>
          </a:stretch>
        </p:blipFill>
        <p:spPr>
          <a:xfrm>
            <a:off x="640814" y="547317"/>
            <a:ext cx="10910371" cy="5763365"/>
          </a:xfrm>
          <a:prstGeom prst="rect">
            <a:avLst/>
          </a:prstGeom>
        </p:spPr>
      </p:pic>
      <p:sp>
        <p:nvSpPr>
          <p:cNvPr id="4" name="TextBox 3">
            <a:extLst>
              <a:ext uri="{FF2B5EF4-FFF2-40B4-BE49-F238E27FC236}">
                <a16:creationId xmlns:a16="http://schemas.microsoft.com/office/drawing/2014/main" id="{41EB224C-306B-7158-2FB5-3915EB174DDB}"/>
              </a:ext>
            </a:extLst>
          </p:cNvPr>
          <p:cNvSpPr txBox="1"/>
          <p:nvPr/>
        </p:nvSpPr>
        <p:spPr>
          <a:xfrm>
            <a:off x="4356827" y="3428999"/>
            <a:ext cx="3755922" cy="1754326"/>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Folder Structure</a:t>
            </a:r>
          </a:p>
          <a:p>
            <a:pPr algn="ctr"/>
            <a:endParaRPr lang="en-US" b="1" dirty="0">
              <a:cs typeface="Courier New" panose="02070309020205020404" pitchFamily="49" charset="0"/>
            </a:endParaRPr>
          </a:p>
          <a:p>
            <a:pPr algn="ctr"/>
            <a:r>
              <a:rPr lang="en-US" dirty="0">
                <a:cs typeface="Courier New" panose="02070309020205020404" pitchFamily="49" charset="0"/>
              </a:rPr>
              <a:t>Your initial folder structure should look as follows (see image). As we move through the lab, this folder will continue to grow.</a:t>
            </a:r>
          </a:p>
        </p:txBody>
      </p:sp>
      <p:sp>
        <p:nvSpPr>
          <p:cNvPr id="5" name="Rectangle 4">
            <a:extLst>
              <a:ext uri="{FF2B5EF4-FFF2-40B4-BE49-F238E27FC236}">
                <a16:creationId xmlns:a16="http://schemas.microsoft.com/office/drawing/2014/main" id="{2A206EB7-3427-CE9C-65CD-A906F9FC4C77}"/>
              </a:ext>
            </a:extLst>
          </p:cNvPr>
          <p:cNvSpPr/>
          <p:nvPr/>
        </p:nvSpPr>
        <p:spPr>
          <a:xfrm>
            <a:off x="1074131" y="1782418"/>
            <a:ext cx="6565392" cy="519224"/>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32E890D-66CE-C052-F8B8-BCAAE957BACE}"/>
              </a:ext>
            </a:extLst>
          </p:cNvPr>
          <p:cNvCxnSpPr>
            <a:stCxn id="4" idx="0"/>
            <a:endCxn id="5" idx="2"/>
          </p:cNvCxnSpPr>
          <p:nvPr/>
        </p:nvCxnSpPr>
        <p:spPr>
          <a:xfrm flipH="1" flipV="1">
            <a:off x="4356827" y="2301642"/>
            <a:ext cx="1877961" cy="112735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364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51E74-9206-6C81-1597-9C88FFE41C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F8707A-A7D4-E941-2550-94EADA44CDFA}"/>
              </a:ext>
            </a:extLst>
          </p:cNvPr>
          <p:cNvSpPr>
            <a:spLocks noGrp="1"/>
          </p:cNvSpPr>
          <p:nvPr>
            <p:ph type="ctrTitle"/>
          </p:nvPr>
        </p:nvSpPr>
        <p:spPr>
          <a:xfrm>
            <a:off x="1524000" y="2740660"/>
            <a:ext cx="9144000" cy="1376680"/>
          </a:xfrm>
        </p:spPr>
        <p:txBody>
          <a:bodyPr>
            <a:normAutofit/>
          </a:bodyPr>
          <a:lstStyle/>
          <a:p>
            <a:pPr algn="ctr"/>
            <a:r>
              <a:rPr lang="en-US" sz="4400" b="1" dirty="0">
                <a:solidFill>
                  <a:srgbClr val="7030A0"/>
                </a:solidFill>
                <a:latin typeface="Arial" panose="020B0604020202020204" pitchFamily="34" charset="0"/>
                <a:cs typeface="Arial" panose="020B0604020202020204" pitchFamily="34" charset="0"/>
              </a:rPr>
              <a:t>Task 5: Setting the Working Directory in VS Code</a:t>
            </a:r>
          </a:p>
        </p:txBody>
      </p:sp>
      <p:pic>
        <p:nvPicPr>
          <p:cNvPr id="2" name="Picture 1" descr="Your Turn Rubber Stamp Royalty Free SVG, Cliparts, Vectors, and Stock  Illustration. Image 68258628.">
            <a:extLst>
              <a:ext uri="{FF2B5EF4-FFF2-40B4-BE49-F238E27FC236}">
                <a16:creationId xmlns:a16="http://schemas.microsoft.com/office/drawing/2014/main" id="{861B30EF-94C5-2386-163F-AFEEB5FCA33E}"/>
              </a:ext>
            </a:extLst>
          </p:cNvPr>
          <p:cNvPicPr>
            <a:picLocks noChangeAspect="1"/>
          </p:cNvPicPr>
          <p:nvPr/>
        </p:nvPicPr>
        <p:blipFill>
          <a:blip r:embed="rId2"/>
          <a:stretch>
            <a:fillRect/>
          </a:stretch>
        </p:blipFill>
        <p:spPr>
          <a:xfrm>
            <a:off x="174763" y="100360"/>
            <a:ext cx="1160261" cy="1160261"/>
          </a:xfrm>
          <a:prstGeom prst="rect">
            <a:avLst/>
          </a:prstGeom>
        </p:spPr>
      </p:pic>
    </p:spTree>
    <p:extLst>
      <p:ext uri="{BB962C8B-B14F-4D97-AF65-F5344CB8AC3E}">
        <p14:creationId xmlns:p14="http://schemas.microsoft.com/office/powerpoint/2010/main" val="98098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647FC4-470C-85AA-2E7F-CE418D141EB1}"/>
              </a:ext>
            </a:extLst>
          </p:cNvPr>
          <p:cNvPicPr>
            <a:picLocks noChangeAspect="1"/>
          </p:cNvPicPr>
          <p:nvPr/>
        </p:nvPicPr>
        <p:blipFill>
          <a:blip r:embed="rId2"/>
          <a:stretch>
            <a:fillRect/>
          </a:stretch>
        </p:blipFill>
        <p:spPr>
          <a:xfrm>
            <a:off x="371856" y="353652"/>
            <a:ext cx="11448288" cy="6150696"/>
          </a:xfrm>
          <a:prstGeom prst="rect">
            <a:avLst/>
          </a:prstGeom>
        </p:spPr>
      </p:pic>
      <p:sp>
        <p:nvSpPr>
          <p:cNvPr id="4" name="TextBox 3">
            <a:extLst>
              <a:ext uri="{FF2B5EF4-FFF2-40B4-BE49-F238E27FC236}">
                <a16:creationId xmlns:a16="http://schemas.microsoft.com/office/drawing/2014/main" id="{436BB57C-113F-84C3-1D2A-DFEAFC1B161A}"/>
              </a:ext>
            </a:extLst>
          </p:cNvPr>
          <p:cNvSpPr txBox="1"/>
          <p:nvPr/>
        </p:nvSpPr>
        <p:spPr>
          <a:xfrm>
            <a:off x="4218039" y="1709927"/>
            <a:ext cx="3755922" cy="2308324"/>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Closing the Directory</a:t>
            </a:r>
          </a:p>
          <a:p>
            <a:pPr algn="ctr"/>
            <a:endParaRPr lang="en-US" b="1" dirty="0">
              <a:cs typeface="Courier New" panose="02070309020205020404" pitchFamily="49" charset="0"/>
            </a:endParaRPr>
          </a:p>
          <a:p>
            <a:pPr algn="ctr"/>
            <a:r>
              <a:rPr lang="en-US" dirty="0">
                <a:cs typeface="Courier New" panose="02070309020205020404" pitchFamily="49" charset="0"/>
              </a:rPr>
              <a:t>To start the process of changing the working directory, we first need to close out the current one (i.e., essentially start fresh). To do so, first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File </a:t>
            </a:r>
            <a:r>
              <a:rPr lang="en-US" dirty="0">
                <a:cs typeface="Courier New" panose="02070309020205020404" pitchFamily="49" charset="0"/>
              </a:rPr>
              <a:t>in the upper left corner. Then,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Close Folder</a:t>
            </a:r>
            <a:r>
              <a:rPr lang="en-US" dirty="0">
                <a:cs typeface="Courier New" panose="02070309020205020404" pitchFamily="49" charset="0"/>
              </a:rPr>
              <a:t>.</a:t>
            </a:r>
          </a:p>
        </p:txBody>
      </p:sp>
      <p:sp>
        <p:nvSpPr>
          <p:cNvPr id="5" name="Rectangle 4">
            <a:extLst>
              <a:ext uri="{FF2B5EF4-FFF2-40B4-BE49-F238E27FC236}">
                <a16:creationId xmlns:a16="http://schemas.microsoft.com/office/drawing/2014/main" id="{702800CC-1772-2767-92BE-A8FB71EB4A8F}"/>
              </a:ext>
            </a:extLst>
          </p:cNvPr>
          <p:cNvSpPr/>
          <p:nvPr/>
        </p:nvSpPr>
        <p:spPr>
          <a:xfrm>
            <a:off x="566928" y="353652"/>
            <a:ext cx="237744" cy="204132"/>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2119138-8297-37E8-1123-A06D19E9EC42}"/>
              </a:ext>
            </a:extLst>
          </p:cNvPr>
          <p:cNvCxnSpPr>
            <a:stCxn id="4" idx="1"/>
          </p:cNvCxnSpPr>
          <p:nvPr/>
        </p:nvCxnSpPr>
        <p:spPr>
          <a:xfrm flipH="1" flipV="1">
            <a:off x="685800" y="557784"/>
            <a:ext cx="3532239" cy="2306305"/>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302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DF73F8-E031-3C68-AABC-0FA50E21D041}"/>
              </a:ext>
            </a:extLst>
          </p:cNvPr>
          <p:cNvPicPr>
            <a:picLocks noChangeAspect="1"/>
          </p:cNvPicPr>
          <p:nvPr/>
        </p:nvPicPr>
        <p:blipFill>
          <a:blip r:embed="rId2"/>
          <a:stretch>
            <a:fillRect/>
          </a:stretch>
        </p:blipFill>
        <p:spPr>
          <a:xfrm>
            <a:off x="523021" y="431963"/>
            <a:ext cx="11145959" cy="5994075"/>
          </a:xfrm>
          <a:prstGeom prst="rect">
            <a:avLst/>
          </a:prstGeom>
        </p:spPr>
      </p:pic>
      <p:sp>
        <p:nvSpPr>
          <p:cNvPr id="4" name="TextBox 3">
            <a:extLst>
              <a:ext uri="{FF2B5EF4-FFF2-40B4-BE49-F238E27FC236}">
                <a16:creationId xmlns:a16="http://schemas.microsoft.com/office/drawing/2014/main" id="{08C507B1-0229-444C-C17B-538000D069F9}"/>
              </a:ext>
            </a:extLst>
          </p:cNvPr>
          <p:cNvSpPr txBox="1"/>
          <p:nvPr/>
        </p:nvSpPr>
        <p:spPr>
          <a:xfrm>
            <a:off x="4218039" y="1709927"/>
            <a:ext cx="3755922" cy="1754326"/>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Opening the Directory</a:t>
            </a:r>
          </a:p>
          <a:p>
            <a:pPr algn="ctr"/>
            <a:endParaRPr lang="en-US" b="1" dirty="0">
              <a:cs typeface="Courier New" panose="02070309020205020404" pitchFamily="49" charset="0"/>
            </a:endParaRPr>
          </a:p>
          <a:p>
            <a:pPr algn="ctr"/>
            <a:r>
              <a:rPr lang="en-US" dirty="0">
                <a:cs typeface="Courier New" panose="02070309020205020404" pitchFamily="49" charset="0"/>
              </a:rPr>
              <a:t>Now, we must open the new directory (i.e., folder). First,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File </a:t>
            </a:r>
            <a:r>
              <a:rPr lang="en-US" dirty="0">
                <a:cs typeface="Courier New" panose="02070309020205020404" pitchFamily="49" charset="0"/>
              </a:rPr>
              <a:t>in the upper left corner. Then,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Open Folder</a:t>
            </a:r>
            <a:r>
              <a:rPr lang="en-US" dirty="0">
                <a:cs typeface="Courier New" panose="02070309020205020404" pitchFamily="49" charset="0"/>
              </a:rPr>
              <a:t>.</a:t>
            </a:r>
          </a:p>
        </p:txBody>
      </p:sp>
      <p:sp>
        <p:nvSpPr>
          <p:cNvPr id="5" name="Rectangle 4">
            <a:extLst>
              <a:ext uri="{FF2B5EF4-FFF2-40B4-BE49-F238E27FC236}">
                <a16:creationId xmlns:a16="http://schemas.microsoft.com/office/drawing/2014/main" id="{30E49F43-9B3C-9EAF-CA77-697C10B547F9}"/>
              </a:ext>
            </a:extLst>
          </p:cNvPr>
          <p:cNvSpPr/>
          <p:nvPr/>
        </p:nvSpPr>
        <p:spPr>
          <a:xfrm>
            <a:off x="704088" y="431962"/>
            <a:ext cx="237744" cy="204132"/>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6AC83D2-2C1F-F4F3-5F54-BC77E5D8893C}"/>
              </a:ext>
            </a:extLst>
          </p:cNvPr>
          <p:cNvCxnSpPr>
            <a:cxnSpLocks/>
            <a:stCxn id="4" idx="1"/>
            <a:endCxn id="5" idx="2"/>
          </p:cNvCxnSpPr>
          <p:nvPr/>
        </p:nvCxnSpPr>
        <p:spPr>
          <a:xfrm flipH="1" flipV="1">
            <a:off x="822960" y="636094"/>
            <a:ext cx="3395079" cy="195099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5467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D38179-86EE-968C-62ED-4787D02E0151}"/>
              </a:ext>
            </a:extLst>
          </p:cNvPr>
          <p:cNvPicPr>
            <a:picLocks noChangeAspect="1"/>
          </p:cNvPicPr>
          <p:nvPr/>
        </p:nvPicPr>
        <p:blipFill>
          <a:blip r:embed="rId2"/>
          <a:stretch>
            <a:fillRect/>
          </a:stretch>
        </p:blipFill>
        <p:spPr>
          <a:xfrm>
            <a:off x="505864" y="385016"/>
            <a:ext cx="11180272" cy="4222592"/>
          </a:xfrm>
          <a:prstGeom prst="rect">
            <a:avLst/>
          </a:prstGeom>
        </p:spPr>
      </p:pic>
      <p:sp>
        <p:nvSpPr>
          <p:cNvPr id="4" name="TextBox 3">
            <a:extLst>
              <a:ext uri="{FF2B5EF4-FFF2-40B4-BE49-F238E27FC236}">
                <a16:creationId xmlns:a16="http://schemas.microsoft.com/office/drawing/2014/main" id="{22D4B7B7-C372-4184-8CF9-FC3539541722}"/>
              </a:ext>
            </a:extLst>
          </p:cNvPr>
          <p:cNvSpPr txBox="1"/>
          <p:nvPr/>
        </p:nvSpPr>
        <p:spPr>
          <a:xfrm>
            <a:off x="505864" y="4995656"/>
            <a:ext cx="11180272" cy="1477328"/>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Selecting Your Named Folder</a:t>
            </a:r>
          </a:p>
          <a:p>
            <a:pPr algn="ctr"/>
            <a:endParaRPr lang="en-US" b="1" dirty="0">
              <a:cs typeface="Courier New" panose="02070309020205020404" pitchFamily="49" charset="0"/>
            </a:endParaRPr>
          </a:p>
          <a:p>
            <a:pPr algn="ctr"/>
            <a:r>
              <a:rPr lang="en-US" dirty="0">
                <a:cs typeface="Courier New" panose="02070309020205020404" pitchFamily="49" charset="0"/>
              </a:rPr>
              <a:t>As we are primarily working out of our newly created named folder, we want to select that as our working directory. First, </a:t>
            </a:r>
            <a:r>
              <a:rPr lang="en-US" b="1" dirty="0">
                <a:cs typeface="Courier New" panose="02070309020205020404" pitchFamily="49" charset="0"/>
              </a:rPr>
              <a:t>navigate</a:t>
            </a:r>
            <a:r>
              <a:rPr lang="en-US" dirty="0">
                <a:cs typeface="Courier New" panose="02070309020205020404" pitchFamily="49" charset="0"/>
              </a:rPr>
              <a:t> to where you saved the GitHub repository and created the named folder. Next, </a:t>
            </a:r>
            <a:r>
              <a:rPr lang="en-US" b="1" dirty="0">
                <a:cs typeface="Courier New" panose="02070309020205020404" pitchFamily="49" charset="0"/>
              </a:rPr>
              <a:t>open</a:t>
            </a:r>
            <a:r>
              <a:rPr lang="en-US" dirty="0">
                <a:cs typeface="Courier New" panose="02070309020205020404" pitchFamily="49" charset="0"/>
              </a:rPr>
              <a:t> the named folder and click </a:t>
            </a:r>
            <a:r>
              <a:rPr lang="en-US" i="1" dirty="0">
                <a:cs typeface="Courier New" panose="02070309020205020404" pitchFamily="49" charset="0"/>
              </a:rPr>
              <a:t>Select folder</a:t>
            </a:r>
            <a:r>
              <a:rPr lang="en-US" dirty="0">
                <a:cs typeface="Courier New" panose="02070309020205020404" pitchFamily="49" charset="0"/>
              </a:rPr>
              <a:t>. </a:t>
            </a:r>
          </a:p>
        </p:txBody>
      </p:sp>
      <p:sp>
        <p:nvSpPr>
          <p:cNvPr id="5" name="Rectangle 4">
            <a:extLst>
              <a:ext uri="{FF2B5EF4-FFF2-40B4-BE49-F238E27FC236}">
                <a16:creationId xmlns:a16="http://schemas.microsoft.com/office/drawing/2014/main" id="{6246558B-EA0D-AB1A-CC8F-33A0C6BCDAC8}"/>
              </a:ext>
            </a:extLst>
          </p:cNvPr>
          <p:cNvSpPr/>
          <p:nvPr/>
        </p:nvSpPr>
        <p:spPr>
          <a:xfrm>
            <a:off x="1545336" y="640080"/>
            <a:ext cx="3319272" cy="41148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8BD3615-CC29-10AA-AA13-34CF5ED72284}"/>
              </a:ext>
            </a:extLst>
          </p:cNvPr>
          <p:cNvSpPr/>
          <p:nvPr/>
        </p:nvSpPr>
        <p:spPr>
          <a:xfrm>
            <a:off x="9564624" y="3721608"/>
            <a:ext cx="978408" cy="36576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664C05A-FF3E-3B2B-6F07-9EA4F57E9E2C}"/>
              </a:ext>
            </a:extLst>
          </p:cNvPr>
          <p:cNvSpPr/>
          <p:nvPr/>
        </p:nvSpPr>
        <p:spPr>
          <a:xfrm>
            <a:off x="4233672" y="1773936"/>
            <a:ext cx="3977640" cy="502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87D441E-41A4-881A-7FE8-AC32F3B508DB}"/>
              </a:ext>
            </a:extLst>
          </p:cNvPr>
          <p:cNvCxnSpPr>
            <a:stCxn id="4" idx="0"/>
            <a:endCxn id="5" idx="2"/>
          </p:cNvCxnSpPr>
          <p:nvPr/>
        </p:nvCxnSpPr>
        <p:spPr>
          <a:xfrm flipH="1" flipV="1">
            <a:off x="3204972" y="1051560"/>
            <a:ext cx="2891028" cy="394409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ACE51A0-0C00-17E3-2260-7FAF317A0463}"/>
              </a:ext>
            </a:extLst>
          </p:cNvPr>
          <p:cNvCxnSpPr>
            <a:cxnSpLocks/>
            <a:stCxn id="4" idx="0"/>
            <a:endCxn id="6" idx="1"/>
          </p:cNvCxnSpPr>
          <p:nvPr/>
        </p:nvCxnSpPr>
        <p:spPr>
          <a:xfrm flipV="1">
            <a:off x="6096000" y="3904488"/>
            <a:ext cx="3468624" cy="1091168"/>
          </a:xfrm>
          <a:prstGeom prst="straightConnector1">
            <a:avLst/>
          </a:prstGeom>
          <a:ln w="571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476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94F6BE-418C-7F86-F056-B3F30AB8EDBB}"/>
              </a:ext>
            </a:extLst>
          </p:cNvPr>
          <p:cNvPicPr>
            <a:picLocks noChangeAspect="1"/>
          </p:cNvPicPr>
          <p:nvPr/>
        </p:nvPicPr>
        <p:blipFill>
          <a:blip r:embed="rId2"/>
          <a:stretch>
            <a:fillRect/>
          </a:stretch>
        </p:blipFill>
        <p:spPr>
          <a:xfrm>
            <a:off x="502892" y="116443"/>
            <a:ext cx="11186216" cy="6625115"/>
          </a:xfrm>
          <a:prstGeom prst="rect">
            <a:avLst/>
          </a:prstGeom>
        </p:spPr>
      </p:pic>
      <p:sp>
        <p:nvSpPr>
          <p:cNvPr id="6" name="Rectangle: Rounded Corners 5">
            <a:extLst>
              <a:ext uri="{FF2B5EF4-FFF2-40B4-BE49-F238E27FC236}">
                <a16:creationId xmlns:a16="http://schemas.microsoft.com/office/drawing/2014/main" id="{EA02708F-EDBF-1892-6660-6B5197A36C27}"/>
              </a:ext>
            </a:extLst>
          </p:cNvPr>
          <p:cNvSpPr/>
          <p:nvPr/>
        </p:nvSpPr>
        <p:spPr>
          <a:xfrm>
            <a:off x="7397496" y="6181344"/>
            <a:ext cx="630936" cy="374904"/>
          </a:xfrm>
          <a:prstGeom prst="roundRect">
            <a:avLst/>
          </a:prstGeom>
          <a:solidFill>
            <a:srgbClr val="121314"/>
          </a:solidFill>
          <a:ln>
            <a:solidFill>
              <a:srgbClr val="1213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DC1827B-464B-E071-4C7A-96396E070B12}"/>
              </a:ext>
            </a:extLst>
          </p:cNvPr>
          <p:cNvSpPr txBox="1"/>
          <p:nvPr/>
        </p:nvSpPr>
        <p:spPr>
          <a:xfrm>
            <a:off x="4165040" y="3202953"/>
            <a:ext cx="7095848" cy="1200329"/>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VS Code</a:t>
            </a:r>
          </a:p>
          <a:p>
            <a:pPr algn="ctr"/>
            <a:endParaRPr lang="en-US" b="1" dirty="0">
              <a:cs typeface="Courier New" panose="02070309020205020404" pitchFamily="49" charset="0"/>
            </a:endParaRPr>
          </a:p>
          <a:p>
            <a:pPr algn="ctr"/>
            <a:r>
              <a:rPr lang="en-US" dirty="0">
                <a:cs typeface="Courier New" panose="02070309020205020404" pitchFamily="49" charset="0"/>
              </a:rPr>
              <a:t>Once you have navigated back to VS Code, you should now see the named folder in the </a:t>
            </a:r>
            <a:r>
              <a:rPr lang="en-US" i="1" dirty="0">
                <a:cs typeface="Courier New" panose="02070309020205020404" pitchFamily="49" charset="0"/>
              </a:rPr>
              <a:t>Explorer</a:t>
            </a:r>
            <a:r>
              <a:rPr lang="en-US" dirty="0">
                <a:cs typeface="Courier New" panose="02070309020205020404" pitchFamily="49" charset="0"/>
              </a:rPr>
              <a:t> menu. </a:t>
            </a:r>
          </a:p>
        </p:txBody>
      </p:sp>
      <p:pic>
        <p:nvPicPr>
          <p:cNvPr id="3" name="Picture 2">
            <a:extLst>
              <a:ext uri="{FF2B5EF4-FFF2-40B4-BE49-F238E27FC236}">
                <a16:creationId xmlns:a16="http://schemas.microsoft.com/office/drawing/2014/main" id="{3F707D08-DD5E-1EDB-B185-55DF9B61DAE9}"/>
              </a:ext>
            </a:extLst>
          </p:cNvPr>
          <p:cNvPicPr>
            <a:picLocks noChangeAspect="1"/>
          </p:cNvPicPr>
          <p:nvPr/>
        </p:nvPicPr>
        <p:blipFill>
          <a:blip r:embed="rId3"/>
          <a:stretch>
            <a:fillRect/>
          </a:stretch>
        </p:blipFill>
        <p:spPr>
          <a:xfrm>
            <a:off x="1005840" y="1376172"/>
            <a:ext cx="2651760" cy="415361"/>
          </a:xfrm>
          <a:prstGeom prst="rect">
            <a:avLst/>
          </a:prstGeom>
        </p:spPr>
      </p:pic>
      <p:sp>
        <p:nvSpPr>
          <p:cNvPr id="4" name="Rectangle 3">
            <a:extLst>
              <a:ext uri="{FF2B5EF4-FFF2-40B4-BE49-F238E27FC236}">
                <a16:creationId xmlns:a16="http://schemas.microsoft.com/office/drawing/2014/main" id="{BB435FB5-DC69-11EB-5C57-21B68CADFE4B}"/>
              </a:ext>
            </a:extLst>
          </p:cNvPr>
          <p:cNvSpPr/>
          <p:nvPr/>
        </p:nvSpPr>
        <p:spPr>
          <a:xfrm>
            <a:off x="1005840" y="1791533"/>
            <a:ext cx="2651760" cy="415361"/>
          </a:xfrm>
          <a:prstGeom prst="rect">
            <a:avLst/>
          </a:prstGeom>
          <a:solidFill>
            <a:srgbClr val="191A1B"/>
          </a:solidFill>
          <a:ln>
            <a:solidFill>
              <a:srgbClr val="191A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D999DE-E40D-9374-F648-05B326A17DE5}"/>
              </a:ext>
            </a:extLst>
          </p:cNvPr>
          <p:cNvSpPr/>
          <p:nvPr/>
        </p:nvSpPr>
        <p:spPr>
          <a:xfrm>
            <a:off x="841248" y="438912"/>
            <a:ext cx="3044952" cy="148132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7D94C92-2946-DDE9-9C81-0D759E8EB51F}"/>
              </a:ext>
            </a:extLst>
          </p:cNvPr>
          <p:cNvCxnSpPr>
            <a:cxnSpLocks/>
            <a:stCxn id="7" idx="1"/>
            <a:endCxn id="8" idx="2"/>
          </p:cNvCxnSpPr>
          <p:nvPr/>
        </p:nvCxnSpPr>
        <p:spPr>
          <a:xfrm flipH="1" flipV="1">
            <a:off x="2363724" y="1920240"/>
            <a:ext cx="1801316" cy="188287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257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E5EF7D0-673A-41A5-9740-1C73FC74EE0D}">
  <we:reference id="WA200010001" version="1.0.0.1" store="Omex" storeType="OMEX"/>
  <we:alternateReferences>
    <we:reference id="WA200010001" version="1.0.0.1" store="WA200010001" storeType="OMEX"/>
  </we:alternateReferences>
  <we:properties>
    <we:property name="claude.fileId" value="&quot;68ed6705-b7c2-4e1f-a1b0-8b27c8a7f0d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529</TotalTime>
  <Words>3169</Words>
  <Application>Microsoft Office PowerPoint</Application>
  <PresentationFormat>Widescreen</PresentationFormat>
  <Paragraphs>261</Paragraphs>
  <Slides>52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Aptos</vt:lpstr>
      <vt:lpstr>Aptos Display</vt:lpstr>
      <vt:lpstr>Arial</vt:lpstr>
      <vt:lpstr>Courier New</vt:lpstr>
      <vt:lpstr>Office Theme</vt:lpstr>
      <vt:lpstr>Introduction to VS Code</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 back to VS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4: Preparing the Working Directory</vt:lpstr>
      <vt:lpstr>PowerPoint Presentation</vt:lpstr>
      <vt:lpstr>PowerPoint Presentation</vt:lpstr>
      <vt:lpstr>PowerPoint Presentation</vt:lpstr>
      <vt:lpstr>Task 5: Setting the Working Directory in VS Code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3</cp:revision>
  <dcterms:created xsi:type="dcterms:W3CDTF">2026-07-04T05:21:34Z</dcterms:created>
  <dcterms:modified xsi:type="dcterms:W3CDTF">2026-07-20T02:32:01Z</dcterms:modified>
</cp:coreProperties>
</file>