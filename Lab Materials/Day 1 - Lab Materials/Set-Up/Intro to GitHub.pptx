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405" r:id="rId2"/>
    <p:sldId id="525" r:id="rId3"/>
    <p:sldId id="425" r:id="rId4"/>
    <p:sldId id="503" r:id="rId5"/>
    <p:sldId id="505" r:id="rId6"/>
    <p:sldId id="406" r:id="rId7"/>
    <p:sldId id="379" r:id="rId8"/>
    <p:sldId id="383" r:id="rId9"/>
    <p:sldId id="528" r:id="rId10"/>
    <p:sldId id="400" r:id="rId11"/>
    <p:sldId id="370" r:id="rId12"/>
    <p:sldId id="401" r:id="rId13"/>
    <p:sldId id="387" r:id="rId14"/>
    <p:sldId id="397" r:id="rId15"/>
    <p:sldId id="404" r:id="rId16"/>
    <p:sldId id="391" r:id="rId17"/>
    <p:sldId id="392" r:id="rId18"/>
    <p:sldId id="256" r:id="rId19"/>
    <p:sldId id="407" r:id="rId20"/>
    <p:sldId id="394" r:id="rId21"/>
    <p:sldId id="507" r:id="rId22"/>
    <p:sldId id="509" r:id="rId23"/>
    <p:sldId id="518" r:id="rId24"/>
    <p:sldId id="517" r:id="rId25"/>
    <p:sldId id="519" r:id="rId26"/>
    <p:sldId id="529" r:id="rId27"/>
  </p:sldIdLst>
  <p:sldSz cx="12192000" cy="6858000"/>
  <p:notesSz cx="6858000" cy="9144000"/>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2E113D-44EC-42BB-A3EA-97C3F03FCD16}" v="3540" dt="2026-07-19T02:53:18.336"/>
    <p1510:client id="{CD2B9C28-AB46-49B8-A578-DDB7876924BF}" v="53" dt="2026-07-19T21:39:42.624"/>
    <p1510:client id="{EC9DF8F8-7929-4EBD-B1FA-7F605485D06B}" v="22" dt="2026-07-20T02:13:58.4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94660"/>
  </p:normalViewPr>
  <p:slideViewPr>
    <p:cSldViewPr snapToGrid="0">
      <p:cViewPr varScale="1">
        <p:scale>
          <a:sx n="105" d="100"/>
          <a:sy n="105" d="100"/>
        </p:scale>
        <p:origin x="714"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leic@clemson.edu" userId="43615028507_tp_box_2" providerId="OAuth2" clId="{8CD3F0DC-5380-413B-BA1A-8DCBF15377B9}"/>
    <pc:docChg chg="custSel addSld delSld modSld sldOrd">
      <pc:chgData name="ambleic@clemson.edu" userId="43615028507_tp_box_2" providerId="OAuth2" clId="{8CD3F0DC-5380-413B-BA1A-8DCBF15377B9}" dt="2026-07-17T04:21:46.900" v="46"/>
      <pc:docMkLst>
        <pc:docMk/>
      </pc:docMkLst>
      <pc:sldChg chg="modSp mod">
        <pc:chgData name="ambleic@clemson.edu" userId="43615028507_tp_box_2" providerId="OAuth2" clId="{8CD3F0DC-5380-413B-BA1A-8DCBF15377B9}" dt="2026-07-17T03:59:55.937" v="5" actId="12789"/>
        <pc:sldMkLst>
          <pc:docMk/>
          <pc:sldMk cId="2451146238" sldId="406"/>
        </pc:sldMkLst>
        <pc:spChg chg="mod">
          <ac:chgData name="ambleic@clemson.edu" userId="43615028507_tp_box_2" providerId="OAuth2" clId="{8CD3F0DC-5380-413B-BA1A-8DCBF15377B9}" dt="2026-07-17T03:59:55.937" v="5" actId="12789"/>
          <ac:spMkLst>
            <pc:docMk/>
            <pc:sldMk cId="2451146238" sldId="406"/>
            <ac:spMk id="3" creationId="{639E4184-A140-C2C2-7652-007FE005B81F}"/>
          </ac:spMkLst>
        </pc:spChg>
      </pc:sldChg>
      <pc:sldChg chg="add">
        <pc:chgData name="ambleic@clemson.edu" userId="43615028507_tp_box_2" providerId="OAuth2" clId="{8CD3F0DC-5380-413B-BA1A-8DCBF15377B9}" dt="2026-07-17T03:58:49.444" v="0"/>
        <pc:sldMkLst>
          <pc:docMk/>
          <pc:sldMk cId="263152172" sldId="425"/>
        </pc:sldMkLst>
      </pc:sldChg>
      <pc:sldChg chg="modSp add mod">
        <pc:chgData name="ambleic@clemson.edu" userId="43615028507_tp_box_2" providerId="OAuth2" clId="{8CD3F0DC-5380-413B-BA1A-8DCBF15377B9}" dt="2026-07-17T04:13:36.241" v="37"/>
        <pc:sldMkLst>
          <pc:docMk/>
          <pc:sldMk cId="1669003075" sldId="503"/>
        </pc:sldMkLst>
        <pc:graphicFrameChg chg="modGraphic">
          <ac:chgData name="ambleic@clemson.edu" userId="43615028507_tp_box_2" providerId="OAuth2" clId="{8CD3F0DC-5380-413B-BA1A-8DCBF15377B9}" dt="2026-07-17T04:13:36.241" v="37"/>
          <ac:graphicFrameMkLst>
            <pc:docMk/>
            <pc:sldMk cId="1669003075" sldId="503"/>
            <ac:graphicFrameMk id="7" creationId="{739EE78A-44FA-685D-EC14-5A698DE5A063}"/>
          </ac:graphicFrameMkLst>
        </pc:graphicFrameChg>
      </pc:sldChg>
      <pc:sldChg chg="modSp add mod">
        <pc:chgData name="ambleic@clemson.edu" userId="43615028507_tp_box_2" providerId="OAuth2" clId="{8CD3F0DC-5380-413B-BA1A-8DCBF15377B9}" dt="2026-07-17T04:21:46.900" v="46"/>
        <pc:sldMkLst>
          <pc:docMk/>
          <pc:sldMk cId="4035965665" sldId="505"/>
        </pc:sldMkLst>
        <pc:graphicFrameChg chg="modGraphic">
          <ac:chgData name="ambleic@clemson.edu" userId="43615028507_tp_box_2" providerId="OAuth2" clId="{8CD3F0DC-5380-413B-BA1A-8DCBF15377B9}" dt="2026-07-17T04:21:46.900" v="46"/>
          <ac:graphicFrameMkLst>
            <pc:docMk/>
            <pc:sldMk cId="4035965665" sldId="505"/>
            <ac:graphicFrameMk id="7" creationId="{00000000-0000-0000-0000-000000000000}"/>
          </ac:graphicFrameMkLst>
        </pc:graphicFrameChg>
      </pc:sldChg>
    </pc:docChg>
  </pc:docChgLst>
  <pc:docChgLst>
    <pc:chgData name="ambleic@clemson.edu" userId="43615028507_tp_box_2" providerId="OAuth2" clId="{5F4B9ABB-DEB5-4DC3-A8F9-1752A2D02C85}"/>
    <pc:docChg chg="undo redo custSel addSld delSld modSld">
      <pc:chgData name="ambleic@clemson.edu" userId="43615028507_tp_box_2" providerId="OAuth2" clId="{5F4B9ABB-DEB5-4DC3-A8F9-1752A2D02C85}" dt="2026-07-20T02:26:52.867" v="6073" actId="47"/>
      <pc:docMkLst>
        <pc:docMk/>
      </pc:docMkLst>
      <pc:sldChg chg="addSp delSp modSp mod">
        <pc:chgData name="ambleic@clemson.edu" userId="43615028507_tp_box_2" providerId="OAuth2" clId="{5F4B9ABB-DEB5-4DC3-A8F9-1752A2D02C85}" dt="2026-07-19T02:47:45.972" v="5972" actId="20577"/>
        <pc:sldMkLst>
          <pc:docMk/>
          <pc:sldMk cId="2535075120" sldId="256"/>
        </pc:sldMkLst>
        <pc:spChg chg="mod">
          <ac:chgData name="ambleic@clemson.edu" userId="43615028507_tp_box_2" providerId="OAuth2" clId="{5F4B9ABB-DEB5-4DC3-A8F9-1752A2D02C85}" dt="2026-07-19T00:51:56.047" v="2547" actId="12788"/>
          <ac:spMkLst>
            <pc:docMk/>
            <pc:sldMk cId="2535075120" sldId="256"/>
            <ac:spMk id="4" creationId="{98D2AEEE-7EBB-7514-510F-8FD0FCE41BB3}"/>
          </ac:spMkLst>
        </pc:spChg>
        <pc:spChg chg="mod">
          <ac:chgData name="ambleic@clemson.edu" userId="43615028507_tp_box_2" providerId="OAuth2" clId="{5F4B9ABB-DEB5-4DC3-A8F9-1752A2D02C85}" dt="2026-07-19T00:52:04.026" v="2550" actId="1037"/>
          <ac:spMkLst>
            <pc:docMk/>
            <pc:sldMk cId="2535075120" sldId="256"/>
            <ac:spMk id="7" creationId="{B385D014-B847-CCE4-2AE4-F0347EDA9522}"/>
          </ac:spMkLst>
        </pc:spChg>
        <pc:spChg chg="mod">
          <ac:chgData name="ambleic@clemson.edu" userId="43615028507_tp_box_2" providerId="OAuth2" clId="{5F4B9ABB-DEB5-4DC3-A8F9-1752A2D02C85}" dt="2026-07-19T00:52:14.576" v="2558" actId="1038"/>
          <ac:spMkLst>
            <pc:docMk/>
            <pc:sldMk cId="2535075120" sldId="256"/>
            <ac:spMk id="8" creationId="{574DDBAA-4AFD-30D3-97D0-38C04CC53172}"/>
          </ac:spMkLst>
        </pc:spChg>
        <pc:spChg chg="mod">
          <ac:chgData name="ambleic@clemson.edu" userId="43615028507_tp_box_2" providerId="OAuth2" clId="{5F4B9ABB-DEB5-4DC3-A8F9-1752A2D02C85}" dt="2026-07-19T02:47:45.972" v="5972" actId="20577"/>
          <ac:spMkLst>
            <pc:docMk/>
            <pc:sldMk cId="2535075120" sldId="256"/>
            <ac:spMk id="9" creationId="{33205C8E-D019-67A5-C2B9-3FE7FA9F5787}"/>
          </ac:spMkLst>
        </pc:spChg>
        <pc:picChg chg="add mod ord">
          <ac:chgData name="ambleic@clemson.edu" userId="43615028507_tp_box_2" providerId="OAuth2" clId="{5F4B9ABB-DEB5-4DC3-A8F9-1752A2D02C85}" dt="2026-07-19T00:51:59.565" v="2548" actId="167"/>
          <ac:picMkLst>
            <pc:docMk/>
            <pc:sldMk cId="2535075120" sldId="256"/>
            <ac:picMk id="5" creationId="{761AE675-4A33-AA36-EF18-FC7C88DFAE58}"/>
          </ac:picMkLst>
        </pc:picChg>
        <pc:picChg chg="del">
          <ac:chgData name="ambleic@clemson.edu" userId="43615028507_tp_box_2" providerId="OAuth2" clId="{5F4B9ABB-DEB5-4DC3-A8F9-1752A2D02C85}" dt="2026-07-19T00:51:29.400" v="2538" actId="478"/>
          <ac:picMkLst>
            <pc:docMk/>
            <pc:sldMk cId="2535075120" sldId="256"/>
            <ac:picMk id="6" creationId="{929D70E1-879C-2A22-39E2-ACDB6F0824F4}"/>
          </ac:picMkLst>
        </pc:picChg>
        <pc:cxnChg chg="mod">
          <ac:chgData name="ambleic@clemson.edu" userId="43615028507_tp_box_2" providerId="OAuth2" clId="{5F4B9ABB-DEB5-4DC3-A8F9-1752A2D02C85}" dt="2026-07-19T00:52:04.026" v="2550" actId="1037"/>
          <ac:cxnSpMkLst>
            <pc:docMk/>
            <pc:sldMk cId="2535075120" sldId="256"/>
            <ac:cxnSpMk id="11" creationId="{DD9B0633-6202-7B84-7064-1554EF0782CC}"/>
          </ac:cxnSpMkLst>
        </pc:cxnChg>
        <pc:cxnChg chg="mod">
          <ac:chgData name="ambleic@clemson.edu" userId="43615028507_tp_box_2" providerId="OAuth2" clId="{5F4B9ABB-DEB5-4DC3-A8F9-1752A2D02C85}" dt="2026-07-19T00:52:14.576" v="2558" actId="1038"/>
          <ac:cxnSpMkLst>
            <pc:docMk/>
            <pc:sldMk cId="2535075120" sldId="256"/>
            <ac:cxnSpMk id="14" creationId="{AF5534EF-F9CA-ED51-7C5A-3C3F9475F128}"/>
          </ac:cxnSpMkLst>
        </pc:cxnChg>
      </pc:sldChg>
      <pc:sldChg chg="addSp delSp modSp mod modNotesTx">
        <pc:chgData name="ambleic@clemson.edu" userId="43615028507_tp_box_2" providerId="OAuth2" clId="{5F4B9ABB-DEB5-4DC3-A8F9-1752A2D02C85}" dt="2026-07-19T02:52:24.822" v="5982" actId="20577"/>
        <pc:sldMkLst>
          <pc:docMk/>
          <pc:sldMk cId="3471573494" sldId="370"/>
        </pc:sldMkLst>
        <pc:spChg chg="mod">
          <ac:chgData name="ambleic@clemson.edu" userId="43615028507_tp_box_2" providerId="OAuth2" clId="{5F4B9ABB-DEB5-4DC3-A8F9-1752A2D02C85}" dt="2026-07-19T00:31:20.448" v="1448" actId="14100"/>
          <ac:spMkLst>
            <pc:docMk/>
            <pc:sldMk cId="3471573494" sldId="370"/>
            <ac:spMk id="8" creationId="{CFD4FAFA-C873-B357-A4CD-7EC3CB680FB4}"/>
          </ac:spMkLst>
        </pc:spChg>
        <pc:spChg chg="mod">
          <ac:chgData name="ambleic@clemson.edu" userId="43615028507_tp_box_2" providerId="OAuth2" clId="{5F4B9ABB-DEB5-4DC3-A8F9-1752A2D02C85}" dt="2026-07-19T00:09:20.347" v="1417" actId="1036"/>
          <ac:spMkLst>
            <pc:docMk/>
            <pc:sldMk cId="3471573494" sldId="370"/>
            <ac:spMk id="12" creationId="{A5BFCC4F-A09E-3946-79CB-AACF6042451B}"/>
          </ac:spMkLst>
        </pc:spChg>
        <pc:spChg chg="mod">
          <ac:chgData name="ambleic@clemson.edu" userId="43615028507_tp_box_2" providerId="OAuth2" clId="{5F4B9ABB-DEB5-4DC3-A8F9-1752A2D02C85}" dt="2026-07-19T02:52:24.822" v="5982" actId="20577"/>
          <ac:spMkLst>
            <pc:docMk/>
            <pc:sldMk cId="3471573494" sldId="370"/>
            <ac:spMk id="14" creationId="{4085A1EB-588C-5F1A-6487-E2EFC906A7B0}"/>
          </ac:spMkLst>
        </pc:spChg>
        <pc:picChg chg="add del mod ord">
          <ac:chgData name="ambleic@clemson.edu" userId="43615028507_tp_box_2" providerId="OAuth2" clId="{5F4B9ABB-DEB5-4DC3-A8F9-1752A2D02C85}" dt="2026-07-19T00:08:57.967" v="1401" actId="478"/>
          <ac:picMkLst>
            <pc:docMk/>
            <pc:sldMk cId="3471573494" sldId="370"/>
            <ac:picMk id="4" creationId="{3A220D11-C5D4-AD0C-8FBD-E8D46A53872F}"/>
          </ac:picMkLst>
        </pc:picChg>
        <pc:picChg chg="add del mod ord">
          <ac:chgData name="ambleic@clemson.edu" userId="43615028507_tp_box_2" providerId="OAuth2" clId="{5F4B9ABB-DEB5-4DC3-A8F9-1752A2D02C85}" dt="2026-07-19T00:30:49.473" v="1435" actId="478"/>
          <ac:picMkLst>
            <pc:docMk/>
            <pc:sldMk cId="3471573494" sldId="370"/>
            <ac:picMk id="5" creationId="{C8B46BD8-731D-CABD-1733-035D44F14C38}"/>
          </ac:picMkLst>
        </pc:picChg>
        <pc:picChg chg="add mod ord">
          <ac:chgData name="ambleic@clemson.edu" userId="43615028507_tp_box_2" providerId="OAuth2" clId="{5F4B9ABB-DEB5-4DC3-A8F9-1752A2D02C85}" dt="2026-07-19T00:31:12.836" v="1446" actId="12789"/>
          <ac:picMkLst>
            <pc:docMk/>
            <pc:sldMk cId="3471573494" sldId="370"/>
            <ac:picMk id="16" creationId="{0FA1C5C1-2441-E818-A073-279EE949CDA8}"/>
          </ac:picMkLst>
        </pc:picChg>
        <pc:cxnChg chg="mod">
          <ac:chgData name="ambleic@clemson.edu" userId="43615028507_tp_box_2" providerId="OAuth2" clId="{5F4B9ABB-DEB5-4DC3-A8F9-1752A2D02C85}" dt="2026-07-19T00:09:25.269" v="1418" actId="14100"/>
          <ac:cxnSpMkLst>
            <pc:docMk/>
            <pc:sldMk cId="3471573494" sldId="370"/>
            <ac:cxnSpMk id="2" creationId="{E1A68C70-5F81-7D60-C7FE-1D4F1D1F62E2}"/>
          </ac:cxnSpMkLst>
        </pc:cxnChg>
        <pc:cxnChg chg="mod">
          <ac:chgData name="ambleic@clemson.edu" userId="43615028507_tp_box_2" providerId="OAuth2" clId="{5F4B9ABB-DEB5-4DC3-A8F9-1752A2D02C85}" dt="2026-07-19T00:33:43.720" v="1935" actId="1076"/>
          <ac:cxnSpMkLst>
            <pc:docMk/>
            <pc:sldMk cId="3471573494" sldId="370"/>
            <ac:cxnSpMk id="10" creationId="{EE77557A-A1AB-37D1-BA40-9DA57C979F5C}"/>
          </ac:cxnSpMkLst>
        </pc:cxnChg>
      </pc:sldChg>
      <pc:sldChg chg="modSp mod">
        <pc:chgData name="ambleic@clemson.edu" userId="43615028507_tp_box_2" providerId="OAuth2" clId="{5F4B9ABB-DEB5-4DC3-A8F9-1752A2D02C85}" dt="2026-07-17T16:07:29.432" v="22" actId="12789"/>
        <pc:sldMkLst>
          <pc:docMk/>
          <pc:sldMk cId="2177886232" sldId="379"/>
        </pc:sldMkLst>
        <pc:spChg chg="mod">
          <ac:chgData name="ambleic@clemson.edu" userId="43615028507_tp_box_2" providerId="OAuth2" clId="{5F4B9ABB-DEB5-4DC3-A8F9-1752A2D02C85}" dt="2026-07-17T16:07:29.432" v="22" actId="12789"/>
          <ac:spMkLst>
            <pc:docMk/>
            <pc:sldMk cId="2177886232" sldId="379"/>
            <ac:spMk id="2" creationId="{E40F767B-87B2-CE29-6066-B647B088C4EF}"/>
          </ac:spMkLst>
        </pc:spChg>
      </pc:sldChg>
      <pc:sldChg chg="modSp mod">
        <pc:chgData name="ambleic@clemson.edu" userId="43615028507_tp_box_2" providerId="OAuth2" clId="{5F4B9ABB-DEB5-4DC3-A8F9-1752A2D02C85}" dt="2026-07-20T02:13:58.456" v="6071" actId="20577"/>
        <pc:sldMkLst>
          <pc:docMk/>
          <pc:sldMk cId="0" sldId="383"/>
        </pc:sldMkLst>
        <pc:spChg chg="mod">
          <ac:chgData name="ambleic@clemson.edu" userId="43615028507_tp_box_2" providerId="OAuth2" clId="{5F4B9ABB-DEB5-4DC3-A8F9-1752A2D02C85}" dt="2026-07-19T02:53:18.336" v="5990" actId="20577"/>
          <ac:spMkLst>
            <pc:docMk/>
            <pc:sldMk cId="0" sldId="383"/>
            <ac:spMk id="14" creationId="{00000000-0000-0000-0000-000000000000}"/>
          </ac:spMkLst>
        </pc:spChg>
        <pc:spChg chg="mod">
          <ac:chgData name="ambleic@clemson.edu" userId="43615028507_tp_box_2" providerId="OAuth2" clId="{5F4B9ABB-DEB5-4DC3-A8F9-1752A2D02C85}" dt="2026-07-20T02:13:58.456" v="6071" actId="20577"/>
          <ac:spMkLst>
            <pc:docMk/>
            <pc:sldMk cId="0" sldId="383"/>
            <ac:spMk id="15" creationId="{00000000-0000-0000-0000-000000000000}"/>
          </ac:spMkLst>
        </pc:spChg>
        <pc:spChg chg="mod">
          <ac:chgData name="ambleic@clemson.edu" userId="43615028507_tp_box_2" providerId="OAuth2" clId="{5F4B9ABB-DEB5-4DC3-A8F9-1752A2D02C85}" dt="2026-07-19T00:35:45.143" v="1993" actId="20577"/>
          <ac:spMkLst>
            <pc:docMk/>
            <pc:sldMk cId="0" sldId="383"/>
            <ac:spMk id="19" creationId="{00000000-0000-0000-0000-000000000000}"/>
          </ac:spMkLst>
        </pc:spChg>
      </pc:sldChg>
      <pc:sldChg chg="delSp modSp del mod delAnim">
        <pc:chgData name="ambleic@clemson.edu" userId="43615028507_tp_box_2" providerId="OAuth2" clId="{5F4B9ABB-DEB5-4DC3-A8F9-1752A2D02C85}" dt="2026-07-19T20:48:37.515" v="6026"/>
        <pc:sldMkLst>
          <pc:docMk/>
          <pc:sldMk cId="0" sldId="384"/>
        </pc:sldMkLst>
        <pc:spChg chg="mod">
          <ac:chgData name="ambleic@clemson.edu" userId="43615028507_tp_box_2" providerId="OAuth2" clId="{5F4B9ABB-DEB5-4DC3-A8F9-1752A2D02C85}" dt="2026-07-19T00:46:01.042" v="2048" actId="14100"/>
          <ac:spMkLst>
            <pc:docMk/>
            <pc:sldMk cId="0" sldId="384"/>
            <ac:spMk id="3" creationId="{00000000-0000-0000-0000-000000000000}"/>
          </ac:spMkLst>
        </pc:spChg>
        <pc:spChg chg="mod">
          <ac:chgData name="ambleic@clemson.edu" userId="43615028507_tp_box_2" providerId="OAuth2" clId="{5F4B9ABB-DEB5-4DC3-A8F9-1752A2D02C85}" dt="2026-07-19T00:43:30.028" v="2028" actId="14100"/>
          <ac:spMkLst>
            <pc:docMk/>
            <pc:sldMk cId="0" sldId="384"/>
            <ac:spMk id="4" creationId="{00000000-0000-0000-0000-000000000000}"/>
          </ac:spMkLst>
        </pc:spChg>
        <pc:spChg chg="mod">
          <ac:chgData name="ambleic@clemson.edu" userId="43615028507_tp_box_2" providerId="OAuth2" clId="{5F4B9ABB-DEB5-4DC3-A8F9-1752A2D02C85}" dt="2026-07-19T00:45:56.889" v="2047" actId="1076"/>
          <ac:spMkLst>
            <pc:docMk/>
            <pc:sldMk cId="0" sldId="384"/>
            <ac:spMk id="6" creationId="{00000000-0000-0000-0000-000000000000}"/>
          </ac:spMkLst>
        </pc:spChg>
        <pc:spChg chg="mod">
          <ac:chgData name="ambleic@clemson.edu" userId="43615028507_tp_box_2" providerId="OAuth2" clId="{5F4B9ABB-DEB5-4DC3-A8F9-1752A2D02C85}" dt="2026-07-19T00:43:42.132" v="2031" actId="1076"/>
          <ac:spMkLst>
            <pc:docMk/>
            <pc:sldMk cId="0" sldId="384"/>
            <ac:spMk id="7" creationId="{00000000-0000-0000-0000-000000000000}"/>
          </ac:spMkLst>
        </pc:spChg>
        <pc:spChg chg="mod">
          <ac:chgData name="ambleic@clemson.edu" userId="43615028507_tp_box_2" providerId="OAuth2" clId="{5F4B9ABB-DEB5-4DC3-A8F9-1752A2D02C85}" dt="2026-07-19T00:44:10.678" v="2037" actId="14100"/>
          <ac:spMkLst>
            <pc:docMk/>
            <pc:sldMk cId="0" sldId="384"/>
            <ac:spMk id="8" creationId="{00000000-0000-0000-0000-000000000000}"/>
          </ac:spMkLst>
        </pc:spChg>
        <pc:spChg chg="mod">
          <ac:chgData name="ambleic@clemson.edu" userId="43615028507_tp_box_2" providerId="OAuth2" clId="{5F4B9ABB-DEB5-4DC3-A8F9-1752A2D02C85}" dt="2026-07-19T00:45:39.529" v="2042" actId="1076"/>
          <ac:spMkLst>
            <pc:docMk/>
            <pc:sldMk cId="0" sldId="384"/>
            <ac:spMk id="10" creationId="{00000000-0000-0000-0000-000000000000}"/>
          </ac:spMkLst>
        </pc:spChg>
        <pc:spChg chg="mod">
          <ac:chgData name="ambleic@clemson.edu" userId="43615028507_tp_box_2" providerId="OAuth2" clId="{5F4B9ABB-DEB5-4DC3-A8F9-1752A2D02C85}" dt="2026-07-19T20:47:33.175" v="6024" actId="20577"/>
          <ac:spMkLst>
            <pc:docMk/>
            <pc:sldMk cId="0" sldId="384"/>
            <ac:spMk id="11" creationId="{00000000-0000-0000-0000-000000000000}"/>
          </ac:spMkLst>
        </pc:spChg>
        <pc:spChg chg="del">
          <ac:chgData name="ambleic@clemson.edu" userId="43615028507_tp_box_2" providerId="OAuth2" clId="{5F4B9ABB-DEB5-4DC3-A8F9-1752A2D02C85}" dt="2026-07-19T00:34:56.017" v="1948" actId="478"/>
          <ac:spMkLst>
            <pc:docMk/>
            <pc:sldMk cId="0" sldId="384"/>
            <ac:spMk id="12" creationId="{00000000-0000-0000-0000-000000000000}"/>
          </ac:spMkLst>
        </pc:spChg>
        <pc:spChg chg="del">
          <ac:chgData name="ambleic@clemson.edu" userId="43615028507_tp_box_2" providerId="OAuth2" clId="{5F4B9ABB-DEB5-4DC3-A8F9-1752A2D02C85}" dt="2026-07-19T00:34:56.017" v="1948" actId="478"/>
          <ac:spMkLst>
            <pc:docMk/>
            <pc:sldMk cId="0" sldId="384"/>
            <ac:spMk id="14" creationId="{00000000-0000-0000-0000-000000000000}"/>
          </ac:spMkLst>
        </pc:spChg>
        <pc:spChg chg="del">
          <ac:chgData name="ambleic@clemson.edu" userId="43615028507_tp_box_2" providerId="OAuth2" clId="{5F4B9ABB-DEB5-4DC3-A8F9-1752A2D02C85}" dt="2026-07-19T00:34:56.017" v="1948" actId="478"/>
          <ac:spMkLst>
            <pc:docMk/>
            <pc:sldMk cId="0" sldId="384"/>
            <ac:spMk id="15" creationId="{00000000-0000-0000-0000-000000000000}"/>
          </ac:spMkLst>
        </pc:spChg>
        <pc:picChg chg="mod">
          <ac:chgData name="ambleic@clemson.edu" userId="43615028507_tp_box_2" providerId="OAuth2" clId="{5F4B9ABB-DEB5-4DC3-A8F9-1752A2D02C85}" dt="2026-07-19T00:45:52.133" v="2046" actId="1076"/>
          <ac:picMkLst>
            <pc:docMk/>
            <pc:sldMk cId="0" sldId="384"/>
            <ac:picMk id="5" creationId="{00000000-0000-0000-0000-000000000000}"/>
          </ac:picMkLst>
        </pc:picChg>
        <pc:picChg chg="mod">
          <ac:chgData name="ambleic@clemson.edu" userId="43615028507_tp_box_2" providerId="OAuth2" clId="{5F4B9ABB-DEB5-4DC3-A8F9-1752A2D02C85}" dt="2026-07-19T00:45:43.700" v="2043" actId="1076"/>
          <ac:picMkLst>
            <pc:docMk/>
            <pc:sldMk cId="0" sldId="384"/>
            <ac:picMk id="9" creationId="{00000000-0000-0000-0000-000000000000}"/>
          </ac:picMkLst>
        </pc:picChg>
        <pc:picChg chg="del">
          <ac:chgData name="ambleic@clemson.edu" userId="43615028507_tp_box_2" providerId="OAuth2" clId="{5F4B9ABB-DEB5-4DC3-A8F9-1752A2D02C85}" dt="2026-07-19T00:34:56.017" v="1948" actId="478"/>
          <ac:picMkLst>
            <pc:docMk/>
            <pc:sldMk cId="0" sldId="384"/>
            <ac:picMk id="13" creationId="{00000000-0000-0000-0000-000000000000}"/>
          </ac:picMkLst>
        </pc:picChg>
      </pc:sldChg>
      <pc:sldChg chg="delSp modSp mod delAnim modNotesTx">
        <pc:chgData name="ambleic@clemson.edu" userId="43615028507_tp_box_2" providerId="OAuth2" clId="{5F4B9ABB-DEB5-4DC3-A8F9-1752A2D02C85}" dt="2026-07-19T02:46:14.940" v="5946" actId="20577"/>
        <pc:sldMkLst>
          <pc:docMk/>
          <pc:sldMk cId="0" sldId="387"/>
        </pc:sldMkLst>
        <pc:spChg chg="mod">
          <ac:chgData name="ambleic@clemson.edu" userId="43615028507_tp_box_2" providerId="OAuth2" clId="{5F4B9ABB-DEB5-4DC3-A8F9-1752A2D02C85}" dt="2026-07-19T00:50:02.563" v="2519" actId="1076"/>
          <ac:spMkLst>
            <pc:docMk/>
            <pc:sldMk cId="0" sldId="387"/>
            <ac:spMk id="3" creationId="{00000000-0000-0000-0000-000000000000}"/>
          </ac:spMkLst>
        </pc:spChg>
        <pc:spChg chg="mod">
          <ac:chgData name="ambleic@clemson.edu" userId="43615028507_tp_box_2" providerId="OAuth2" clId="{5F4B9ABB-DEB5-4DC3-A8F9-1752A2D02C85}" dt="2026-07-19T00:50:02.563" v="2519" actId="1076"/>
          <ac:spMkLst>
            <pc:docMk/>
            <pc:sldMk cId="0" sldId="387"/>
            <ac:spMk id="5" creationId="{00000000-0000-0000-0000-000000000000}"/>
          </ac:spMkLst>
        </pc:spChg>
        <pc:spChg chg="mod">
          <ac:chgData name="ambleic@clemson.edu" userId="43615028507_tp_box_2" providerId="OAuth2" clId="{5F4B9ABB-DEB5-4DC3-A8F9-1752A2D02C85}" dt="2026-07-19T00:50:02.563" v="2519" actId="1076"/>
          <ac:spMkLst>
            <pc:docMk/>
            <pc:sldMk cId="0" sldId="387"/>
            <ac:spMk id="6" creationId="{00000000-0000-0000-0000-000000000000}"/>
          </ac:spMkLst>
        </pc:spChg>
        <pc:spChg chg="mod">
          <ac:chgData name="ambleic@clemson.edu" userId="43615028507_tp_box_2" providerId="OAuth2" clId="{5F4B9ABB-DEB5-4DC3-A8F9-1752A2D02C85}" dt="2026-07-19T00:50:02.563" v="2519" actId="1076"/>
          <ac:spMkLst>
            <pc:docMk/>
            <pc:sldMk cId="0" sldId="387"/>
            <ac:spMk id="8" creationId="{00000000-0000-0000-0000-000000000000}"/>
          </ac:spMkLst>
        </pc:spChg>
        <pc:spChg chg="mod">
          <ac:chgData name="ambleic@clemson.edu" userId="43615028507_tp_box_2" providerId="OAuth2" clId="{5F4B9ABB-DEB5-4DC3-A8F9-1752A2D02C85}" dt="2026-07-19T00:50:02.563" v="2519" actId="1076"/>
          <ac:spMkLst>
            <pc:docMk/>
            <pc:sldMk cId="0" sldId="387"/>
            <ac:spMk id="10" creationId="{00000000-0000-0000-0000-000000000000}"/>
          </ac:spMkLst>
        </pc:spChg>
        <pc:spChg chg="mod">
          <ac:chgData name="ambleic@clemson.edu" userId="43615028507_tp_box_2" providerId="OAuth2" clId="{5F4B9ABB-DEB5-4DC3-A8F9-1752A2D02C85}" dt="2026-07-19T00:50:02.563" v="2519" actId="1076"/>
          <ac:spMkLst>
            <pc:docMk/>
            <pc:sldMk cId="0" sldId="387"/>
            <ac:spMk id="11" creationId="{00000000-0000-0000-0000-000000000000}"/>
          </ac:spMkLst>
        </pc:spChg>
        <pc:spChg chg="mod">
          <ac:chgData name="ambleic@clemson.edu" userId="43615028507_tp_box_2" providerId="OAuth2" clId="{5F4B9ABB-DEB5-4DC3-A8F9-1752A2D02C85}" dt="2026-07-19T00:50:02.563" v="2519" actId="1076"/>
          <ac:spMkLst>
            <pc:docMk/>
            <pc:sldMk cId="0" sldId="387"/>
            <ac:spMk id="13" creationId="{00000000-0000-0000-0000-000000000000}"/>
          </ac:spMkLst>
        </pc:spChg>
        <pc:spChg chg="mod">
          <ac:chgData name="ambleic@clemson.edu" userId="43615028507_tp_box_2" providerId="OAuth2" clId="{5F4B9ABB-DEB5-4DC3-A8F9-1752A2D02C85}" dt="2026-07-19T00:50:02.563" v="2519" actId="1076"/>
          <ac:spMkLst>
            <pc:docMk/>
            <pc:sldMk cId="0" sldId="387"/>
            <ac:spMk id="15" creationId="{00000000-0000-0000-0000-000000000000}"/>
          </ac:spMkLst>
        </pc:spChg>
        <pc:spChg chg="mod">
          <ac:chgData name="ambleic@clemson.edu" userId="43615028507_tp_box_2" providerId="OAuth2" clId="{5F4B9ABB-DEB5-4DC3-A8F9-1752A2D02C85}" dt="2026-07-19T00:50:02.563" v="2519" actId="1076"/>
          <ac:spMkLst>
            <pc:docMk/>
            <pc:sldMk cId="0" sldId="387"/>
            <ac:spMk id="16" creationId="{00000000-0000-0000-0000-000000000000}"/>
          </ac:spMkLst>
        </pc:spChg>
        <pc:spChg chg="del">
          <ac:chgData name="ambleic@clemson.edu" userId="43615028507_tp_box_2" providerId="OAuth2" clId="{5F4B9ABB-DEB5-4DC3-A8F9-1752A2D02C85}" dt="2026-07-19T00:49:21.244" v="2501" actId="478"/>
          <ac:spMkLst>
            <pc:docMk/>
            <pc:sldMk cId="0" sldId="387"/>
            <ac:spMk id="18" creationId="{00000000-0000-0000-0000-000000000000}"/>
          </ac:spMkLst>
        </pc:spChg>
        <pc:spChg chg="del">
          <ac:chgData name="ambleic@clemson.edu" userId="43615028507_tp_box_2" providerId="OAuth2" clId="{5F4B9ABB-DEB5-4DC3-A8F9-1752A2D02C85}" dt="2026-07-19T00:49:21.244" v="2501" actId="478"/>
          <ac:spMkLst>
            <pc:docMk/>
            <pc:sldMk cId="0" sldId="387"/>
            <ac:spMk id="20" creationId="{00000000-0000-0000-0000-000000000000}"/>
          </ac:spMkLst>
        </pc:spChg>
        <pc:spChg chg="del">
          <ac:chgData name="ambleic@clemson.edu" userId="43615028507_tp_box_2" providerId="OAuth2" clId="{5F4B9ABB-DEB5-4DC3-A8F9-1752A2D02C85}" dt="2026-07-19T00:49:21.244" v="2501" actId="478"/>
          <ac:spMkLst>
            <pc:docMk/>
            <pc:sldMk cId="0" sldId="387"/>
            <ac:spMk id="21" creationId="{00000000-0000-0000-0000-000000000000}"/>
          </ac:spMkLst>
        </pc:spChg>
        <pc:spChg chg="mod">
          <ac:chgData name="ambleic@clemson.edu" userId="43615028507_tp_box_2" providerId="OAuth2" clId="{5F4B9ABB-DEB5-4DC3-A8F9-1752A2D02C85}" dt="2026-07-19T02:45:12.509" v="5936" actId="20577"/>
          <ac:spMkLst>
            <pc:docMk/>
            <pc:sldMk cId="0" sldId="387"/>
            <ac:spMk id="22" creationId="{00000000-0000-0000-0000-000000000000}"/>
          </ac:spMkLst>
        </pc:spChg>
        <pc:picChg chg="mod">
          <ac:chgData name="ambleic@clemson.edu" userId="43615028507_tp_box_2" providerId="OAuth2" clId="{5F4B9ABB-DEB5-4DC3-A8F9-1752A2D02C85}" dt="2026-07-19T00:50:02.563" v="2519" actId="1076"/>
          <ac:picMkLst>
            <pc:docMk/>
            <pc:sldMk cId="0" sldId="387"/>
            <ac:picMk id="4" creationId="{00000000-0000-0000-0000-000000000000}"/>
          </ac:picMkLst>
        </pc:picChg>
        <pc:picChg chg="del">
          <ac:chgData name="ambleic@clemson.edu" userId="43615028507_tp_box_2" providerId="OAuth2" clId="{5F4B9ABB-DEB5-4DC3-A8F9-1752A2D02C85}" dt="2026-07-19T00:49:21.244" v="2501" actId="478"/>
          <ac:picMkLst>
            <pc:docMk/>
            <pc:sldMk cId="0" sldId="387"/>
            <ac:picMk id="19" creationId="{00000000-0000-0000-0000-000000000000}"/>
          </ac:picMkLst>
        </pc:picChg>
        <pc:cxnChg chg="mod">
          <ac:chgData name="ambleic@clemson.edu" userId="43615028507_tp_box_2" providerId="OAuth2" clId="{5F4B9ABB-DEB5-4DC3-A8F9-1752A2D02C85}" dt="2026-07-19T00:49:07.689" v="2499" actId="1076"/>
          <ac:cxnSpMkLst>
            <pc:docMk/>
            <pc:sldMk cId="0" sldId="387"/>
            <ac:cxnSpMk id="23" creationId="{BFC3A217-136C-B86B-7F99-85ED537CB43C}"/>
          </ac:cxnSpMkLst>
        </pc:cxnChg>
        <pc:cxnChg chg="del mod">
          <ac:chgData name="ambleic@clemson.edu" userId="43615028507_tp_box_2" providerId="OAuth2" clId="{5F4B9ABB-DEB5-4DC3-A8F9-1752A2D02C85}" dt="2026-07-19T00:49:22.406" v="2502" actId="478"/>
          <ac:cxnSpMkLst>
            <pc:docMk/>
            <pc:sldMk cId="0" sldId="387"/>
            <ac:cxnSpMk id="25" creationId="{63E3BFE5-7D01-39FD-EEEF-91466CFA85D6}"/>
          </ac:cxnSpMkLst>
        </pc:cxnChg>
      </pc:sldChg>
      <pc:sldChg chg="addSp delSp modSp mod modNotesTx">
        <pc:chgData name="ambleic@clemson.edu" userId="43615028507_tp_box_2" providerId="OAuth2" clId="{5F4B9ABB-DEB5-4DC3-A8F9-1752A2D02C85}" dt="2026-07-19T02:46:20.288" v="5947" actId="20577"/>
        <pc:sldMkLst>
          <pc:docMk/>
          <pc:sldMk cId="2898877601" sldId="391"/>
        </pc:sldMkLst>
        <pc:spChg chg="mod">
          <ac:chgData name="ambleic@clemson.edu" userId="43615028507_tp_box_2" providerId="OAuth2" clId="{5F4B9ABB-DEB5-4DC3-A8F9-1752A2D02C85}" dt="2026-07-18T19:42:08.711" v="1315" actId="207"/>
          <ac:spMkLst>
            <pc:docMk/>
            <pc:sldMk cId="2898877601" sldId="391"/>
            <ac:spMk id="2" creationId="{71DA7D47-749A-A380-0AC2-7310DFC607A8}"/>
          </ac:spMkLst>
        </pc:spChg>
        <pc:spChg chg="mod">
          <ac:chgData name="ambleic@clemson.edu" userId="43615028507_tp_box_2" providerId="OAuth2" clId="{5F4B9ABB-DEB5-4DC3-A8F9-1752A2D02C85}" dt="2026-07-19T00:50:45.691" v="2537" actId="1035"/>
          <ac:spMkLst>
            <pc:docMk/>
            <pc:sldMk cId="2898877601" sldId="391"/>
            <ac:spMk id="4" creationId="{FE918D2C-F093-7E39-42F3-0632370F3FB3}"/>
          </ac:spMkLst>
        </pc:spChg>
        <pc:picChg chg="add mod ord">
          <ac:chgData name="ambleic@clemson.edu" userId="43615028507_tp_box_2" providerId="OAuth2" clId="{5F4B9ABB-DEB5-4DC3-A8F9-1752A2D02C85}" dt="2026-07-19T00:50:36.177" v="2527" actId="12788"/>
          <ac:picMkLst>
            <pc:docMk/>
            <pc:sldMk cId="2898877601" sldId="391"/>
            <ac:picMk id="8" creationId="{F6288BDD-9ED8-35DF-ACBC-60D28783EE2B}"/>
          </ac:picMkLst>
        </pc:picChg>
        <pc:picChg chg="add del mod ord">
          <ac:chgData name="ambleic@clemson.edu" userId="43615028507_tp_box_2" providerId="OAuth2" clId="{5F4B9ABB-DEB5-4DC3-A8F9-1752A2D02C85}" dt="2026-07-19T00:50:23.200" v="2521" actId="478"/>
          <ac:picMkLst>
            <pc:docMk/>
            <pc:sldMk cId="2898877601" sldId="391"/>
            <ac:picMk id="9" creationId="{E7D31DC6-71AA-5AA4-5106-A201EB9E24AC}"/>
          </ac:picMkLst>
        </pc:picChg>
        <pc:cxnChg chg="mod">
          <ac:chgData name="ambleic@clemson.edu" userId="43615028507_tp_box_2" providerId="OAuth2" clId="{5F4B9ABB-DEB5-4DC3-A8F9-1752A2D02C85}" dt="2026-07-19T00:50:45.691" v="2537" actId="1035"/>
          <ac:cxnSpMkLst>
            <pc:docMk/>
            <pc:sldMk cId="2898877601" sldId="391"/>
            <ac:cxnSpMk id="6" creationId="{FAD19A7E-9120-549E-C6AE-C52CBBF03A3F}"/>
          </ac:cxnSpMkLst>
        </pc:cxnChg>
      </pc:sldChg>
      <pc:sldChg chg="modSp">
        <pc:chgData name="ambleic@clemson.edu" userId="43615028507_tp_box_2" providerId="OAuth2" clId="{5F4B9ABB-DEB5-4DC3-A8F9-1752A2D02C85}" dt="2026-07-19T02:47:57.058" v="5974" actId="20577"/>
        <pc:sldMkLst>
          <pc:docMk/>
          <pc:sldMk cId="3274105519" sldId="392"/>
        </pc:sldMkLst>
        <pc:spChg chg="mod">
          <ac:chgData name="ambleic@clemson.edu" userId="43615028507_tp_box_2" providerId="OAuth2" clId="{5F4B9ABB-DEB5-4DC3-A8F9-1752A2D02C85}" dt="2026-07-19T02:47:57.058" v="5974" actId="20577"/>
          <ac:spMkLst>
            <pc:docMk/>
            <pc:sldMk cId="3274105519" sldId="392"/>
            <ac:spMk id="2" creationId="{BACAD403-3059-E96F-4445-447DD0D4E448}"/>
          </ac:spMkLst>
        </pc:spChg>
      </pc:sldChg>
      <pc:sldChg chg="addSp delSp modSp mod">
        <pc:chgData name="ambleic@clemson.edu" userId="43615028507_tp_box_2" providerId="OAuth2" clId="{5F4B9ABB-DEB5-4DC3-A8F9-1752A2D02C85}" dt="2026-07-19T00:54:15.296" v="2606" actId="1038"/>
        <pc:sldMkLst>
          <pc:docMk/>
          <pc:sldMk cId="2548387581" sldId="394"/>
        </pc:sldMkLst>
        <pc:spChg chg="mod">
          <ac:chgData name="ambleic@clemson.edu" userId="43615028507_tp_box_2" providerId="OAuth2" clId="{5F4B9ABB-DEB5-4DC3-A8F9-1752A2D02C85}" dt="2026-07-19T00:53:57.696" v="2594" actId="1037"/>
          <ac:spMkLst>
            <pc:docMk/>
            <pc:sldMk cId="2548387581" sldId="394"/>
            <ac:spMk id="2" creationId="{35E38248-4BE7-ED83-E743-D6C839600EBA}"/>
          </ac:spMkLst>
        </pc:spChg>
        <pc:spChg chg="mod">
          <ac:chgData name="ambleic@clemson.edu" userId="43615028507_tp_box_2" providerId="OAuth2" clId="{5F4B9ABB-DEB5-4DC3-A8F9-1752A2D02C85}" dt="2026-07-19T00:54:15.296" v="2606" actId="1038"/>
          <ac:spMkLst>
            <pc:docMk/>
            <pc:sldMk cId="2548387581" sldId="394"/>
            <ac:spMk id="6" creationId="{274C5A01-2A7F-6D30-F997-11AC81F7FD0F}"/>
          </ac:spMkLst>
        </pc:spChg>
        <pc:picChg chg="del">
          <ac:chgData name="ambleic@clemson.edu" userId="43615028507_tp_box_2" providerId="OAuth2" clId="{5F4B9ABB-DEB5-4DC3-A8F9-1752A2D02C85}" dt="2026-07-19T00:53:41.304" v="2562" actId="478"/>
          <ac:picMkLst>
            <pc:docMk/>
            <pc:sldMk cId="2548387581" sldId="394"/>
            <ac:picMk id="3" creationId="{0347B213-2E1A-C6BC-C18D-00A081F3B54F}"/>
          </ac:picMkLst>
        </pc:picChg>
        <pc:picChg chg="add mod ord">
          <ac:chgData name="ambleic@clemson.edu" userId="43615028507_tp_box_2" providerId="OAuth2" clId="{5F4B9ABB-DEB5-4DC3-A8F9-1752A2D02C85}" dt="2026-07-19T00:54:05.021" v="2596" actId="167"/>
          <ac:picMkLst>
            <pc:docMk/>
            <pc:sldMk cId="2548387581" sldId="394"/>
            <ac:picMk id="7" creationId="{70AE6F9B-AA87-AD82-78D5-C064775E6CDB}"/>
          </ac:picMkLst>
        </pc:picChg>
        <pc:cxnChg chg="mod">
          <ac:chgData name="ambleic@clemson.edu" userId="43615028507_tp_box_2" providerId="OAuth2" clId="{5F4B9ABB-DEB5-4DC3-A8F9-1752A2D02C85}" dt="2026-07-19T00:54:15.296" v="2606" actId="1038"/>
          <ac:cxnSpMkLst>
            <pc:docMk/>
            <pc:sldMk cId="2548387581" sldId="394"/>
            <ac:cxnSpMk id="9" creationId="{06315EE2-BD9E-D586-7E94-A20C776BF855}"/>
          </ac:cxnSpMkLst>
        </pc:cxnChg>
      </pc:sldChg>
      <pc:sldChg chg="addSp delSp modSp mod modNotesTx">
        <pc:chgData name="ambleic@clemson.edu" userId="43615028507_tp_box_2" providerId="OAuth2" clId="{5F4B9ABB-DEB5-4DC3-A8F9-1752A2D02C85}" dt="2026-07-19T02:46:05.116" v="5943" actId="20577"/>
        <pc:sldMkLst>
          <pc:docMk/>
          <pc:sldMk cId="2824798460" sldId="400"/>
        </pc:sldMkLst>
        <pc:picChg chg="add del mod">
          <ac:chgData name="ambleic@clemson.edu" userId="43615028507_tp_box_2" providerId="OAuth2" clId="{5F4B9ABB-DEB5-4DC3-A8F9-1752A2D02C85}" dt="2026-07-19T00:08:36.209" v="1395" actId="478"/>
          <ac:picMkLst>
            <pc:docMk/>
            <pc:sldMk cId="2824798460" sldId="400"/>
            <ac:picMk id="4" creationId="{45576553-BB32-05A1-786A-482BCC7BC2E6}"/>
          </ac:picMkLst>
        </pc:picChg>
        <pc:picChg chg="add del mod">
          <ac:chgData name="ambleic@clemson.edu" userId="43615028507_tp_box_2" providerId="OAuth2" clId="{5F4B9ABB-DEB5-4DC3-A8F9-1752A2D02C85}" dt="2026-07-19T00:30:25.873" v="1427" actId="478"/>
          <ac:picMkLst>
            <pc:docMk/>
            <pc:sldMk cId="2824798460" sldId="400"/>
            <ac:picMk id="5" creationId="{DD3DD156-88A8-EE56-52FD-D53EED655C72}"/>
          </ac:picMkLst>
        </pc:picChg>
        <pc:picChg chg="add mod">
          <ac:chgData name="ambleic@clemson.edu" userId="43615028507_tp_box_2" providerId="OAuth2" clId="{5F4B9ABB-DEB5-4DC3-A8F9-1752A2D02C85}" dt="2026-07-19T00:30:46.290" v="1434" actId="1035"/>
          <ac:picMkLst>
            <pc:docMk/>
            <pc:sldMk cId="2824798460" sldId="400"/>
            <ac:picMk id="7" creationId="{50DFF1ED-1B5D-7A98-9240-9027CD477F0F}"/>
          </ac:picMkLst>
        </pc:picChg>
      </pc:sldChg>
      <pc:sldChg chg="addSp delSp modSp mod modAnim modNotesTx">
        <pc:chgData name="ambleic@clemson.edu" userId="43615028507_tp_box_2" providerId="OAuth2" clId="{5F4B9ABB-DEB5-4DC3-A8F9-1752A2D02C85}" dt="2026-07-19T02:49:14.885" v="5981"/>
        <pc:sldMkLst>
          <pc:docMk/>
          <pc:sldMk cId="388579504" sldId="401"/>
        </pc:sldMkLst>
        <pc:spChg chg="mod">
          <ac:chgData name="ambleic@clemson.edu" userId="43615028507_tp_box_2" providerId="OAuth2" clId="{5F4B9ABB-DEB5-4DC3-A8F9-1752A2D02C85}" dt="2026-07-19T00:34:32.196" v="1946" actId="1076"/>
          <ac:spMkLst>
            <pc:docMk/>
            <pc:sldMk cId="388579504" sldId="401"/>
            <ac:spMk id="11" creationId="{F5F1E485-B82B-EEC6-7566-34BAF4776E9F}"/>
          </ac:spMkLst>
        </pc:spChg>
        <pc:spChg chg="mod">
          <ac:chgData name="ambleic@clemson.edu" userId="43615028507_tp_box_2" providerId="OAuth2" clId="{5F4B9ABB-DEB5-4DC3-A8F9-1752A2D02C85}" dt="2026-07-19T00:34:18.480" v="1943" actId="14100"/>
          <ac:spMkLst>
            <pc:docMk/>
            <pc:sldMk cId="388579504" sldId="401"/>
            <ac:spMk id="12" creationId="{F44B9A16-EBF4-2D14-7F23-CDC28C5405ED}"/>
          </ac:spMkLst>
        </pc:spChg>
        <pc:picChg chg="add del mod ord">
          <ac:chgData name="ambleic@clemson.edu" userId="43615028507_tp_box_2" providerId="OAuth2" clId="{5F4B9ABB-DEB5-4DC3-A8F9-1752A2D02C85}" dt="2026-07-19T00:34:07.159" v="1939" actId="478"/>
          <ac:picMkLst>
            <pc:docMk/>
            <pc:sldMk cId="388579504" sldId="401"/>
            <ac:picMk id="4" creationId="{3DC4AD54-F17E-F71A-60DF-A31E48E1CF51}"/>
          </ac:picMkLst>
        </pc:picChg>
        <pc:picChg chg="add ord">
          <ac:chgData name="ambleic@clemson.edu" userId="43615028507_tp_box_2" providerId="OAuth2" clId="{5F4B9ABB-DEB5-4DC3-A8F9-1752A2D02C85}" dt="2026-07-19T00:34:09.686" v="1941" actId="167"/>
          <ac:picMkLst>
            <pc:docMk/>
            <pc:sldMk cId="388579504" sldId="401"/>
            <ac:picMk id="5" creationId="{E894EE7F-30CA-0FFB-4F71-D06DD86768FB}"/>
          </ac:picMkLst>
        </pc:picChg>
        <pc:cxnChg chg="mod">
          <ac:chgData name="ambleic@clemson.edu" userId="43615028507_tp_box_2" providerId="OAuth2" clId="{5F4B9ABB-DEB5-4DC3-A8F9-1752A2D02C85}" dt="2026-07-19T00:34:32.196" v="1946" actId="1076"/>
          <ac:cxnSpMkLst>
            <pc:docMk/>
            <pc:sldMk cId="388579504" sldId="401"/>
            <ac:cxnSpMk id="2" creationId="{4284AD3D-76D0-BA02-0F65-354A0D40CA8B}"/>
          </ac:cxnSpMkLst>
        </pc:cxnChg>
      </pc:sldChg>
      <pc:sldChg chg="addSp delSp modSp del mod">
        <pc:chgData name="ambleic@clemson.edu" userId="43615028507_tp_box_2" providerId="OAuth2" clId="{5F4B9ABB-DEB5-4DC3-A8F9-1752A2D02C85}" dt="2026-07-19T00:34:40.819" v="1947" actId="47"/>
        <pc:sldMkLst>
          <pc:docMk/>
          <pc:sldMk cId="3853003638" sldId="402"/>
        </pc:sldMkLst>
      </pc:sldChg>
      <pc:sldChg chg="modSp mod">
        <pc:chgData name="ambleic@clemson.edu" userId="43615028507_tp_box_2" providerId="OAuth2" clId="{5F4B9ABB-DEB5-4DC3-A8F9-1752A2D02C85}" dt="2026-07-19T02:52:47.893" v="5984" actId="20577"/>
        <pc:sldMkLst>
          <pc:docMk/>
          <pc:sldMk cId="3687666995" sldId="405"/>
        </pc:sldMkLst>
        <pc:spChg chg="mod">
          <ac:chgData name="ambleic@clemson.edu" userId="43615028507_tp_box_2" providerId="OAuth2" clId="{5F4B9ABB-DEB5-4DC3-A8F9-1752A2D02C85}" dt="2026-07-19T02:52:47.893" v="5984" actId="20577"/>
          <ac:spMkLst>
            <pc:docMk/>
            <pc:sldMk cId="3687666995" sldId="405"/>
            <ac:spMk id="3" creationId="{39A4178C-AE0F-47AF-7BE9-B86991376138}"/>
          </ac:spMkLst>
        </pc:spChg>
      </pc:sldChg>
      <pc:sldChg chg="modSp mod">
        <pc:chgData name="ambleic@clemson.edu" userId="43615028507_tp_box_2" providerId="OAuth2" clId="{5F4B9ABB-DEB5-4DC3-A8F9-1752A2D02C85}" dt="2026-07-18T19:07:52.932" v="1253" actId="12789"/>
        <pc:sldMkLst>
          <pc:docMk/>
          <pc:sldMk cId="2451146238" sldId="406"/>
        </pc:sldMkLst>
        <pc:spChg chg="mod">
          <ac:chgData name="ambleic@clemson.edu" userId="43615028507_tp_box_2" providerId="OAuth2" clId="{5F4B9ABB-DEB5-4DC3-A8F9-1752A2D02C85}" dt="2026-07-18T19:07:52.932" v="1253" actId="12789"/>
          <ac:spMkLst>
            <pc:docMk/>
            <pc:sldMk cId="2451146238" sldId="406"/>
            <ac:spMk id="3" creationId="{639E4184-A140-C2C2-7652-007FE005B81F}"/>
          </ac:spMkLst>
        </pc:spChg>
      </pc:sldChg>
      <pc:sldChg chg="modSp">
        <pc:chgData name="ambleic@clemson.edu" userId="43615028507_tp_box_2" providerId="OAuth2" clId="{5F4B9ABB-DEB5-4DC3-A8F9-1752A2D02C85}" dt="2026-07-19T00:52:37.805" v="2561" actId="20577"/>
        <pc:sldMkLst>
          <pc:docMk/>
          <pc:sldMk cId="139181351" sldId="407"/>
        </pc:sldMkLst>
        <pc:spChg chg="mod">
          <ac:chgData name="ambleic@clemson.edu" userId="43615028507_tp_box_2" providerId="OAuth2" clId="{5F4B9ABB-DEB5-4DC3-A8F9-1752A2D02C85}" dt="2026-07-19T00:52:37.805" v="2561" actId="20577"/>
          <ac:spMkLst>
            <pc:docMk/>
            <pc:sldMk cId="139181351" sldId="407"/>
            <ac:spMk id="9" creationId="{9449DEC8-0041-ED3D-0EB5-435A798872FC}"/>
          </ac:spMkLst>
        </pc:spChg>
      </pc:sldChg>
      <pc:sldChg chg="del">
        <pc:chgData name="ambleic@clemson.edu" userId="43615028507_tp_box_2" providerId="OAuth2" clId="{5F4B9ABB-DEB5-4DC3-A8F9-1752A2D02C85}" dt="2026-07-19T02:17:00.292" v="5874"/>
        <pc:sldMkLst>
          <pc:docMk/>
          <pc:sldMk cId="657207687" sldId="502"/>
        </pc:sldMkLst>
      </pc:sldChg>
      <pc:sldChg chg="modSp mod">
        <pc:chgData name="ambleic@clemson.edu" userId="43615028507_tp_box_2" providerId="OAuth2" clId="{5F4B9ABB-DEB5-4DC3-A8F9-1752A2D02C85}" dt="2026-07-19T02:45:26.273" v="5940" actId="20577"/>
        <pc:sldMkLst>
          <pc:docMk/>
          <pc:sldMk cId="1669003075" sldId="503"/>
        </pc:sldMkLst>
        <pc:graphicFrameChg chg="mod modGraphic">
          <ac:chgData name="ambleic@clemson.edu" userId="43615028507_tp_box_2" providerId="OAuth2" clId="{5F4B9ABB-DEB5-4DC3-A8F9-1752A2D02C85}" dt="2026-07-19T02:45:26.273" v="5940" actId="20577"/>
          <ac:graphicFrameMkLst>
            <pc:docMk/>
            <pc:sldMk cId="1669003075" sldId="503"/>
            <ac:graphicFrameMk id="7" creationId="{739EE78A-44FA-685D-EC14-5A698DE5A063}"/>
          </ac:graphicFrameMkLst>
        </pc:graphicFrameChg>
      </pc:sldChg>
      <pc:sldChg chg="modSp mod">
        <pc:chgData name="ambleic@clemson.edu" userId="43615028507_tp_box_2" providerId="OAuth2" clId="{5F4B9ABB-DEB5-4DC3-A8F9-1752A2D02C85}" dt="2026-07-17T14:55:22.362" v="18" actId="12788"/>
        <pc:sldMkLst>
          <pc:docMk/>
          <pc:sldMk cId="4035965665" sldId="505"/>
        </pc:sldMkLst>
        <pc:spChg chg="mod">
          <ac:chgData name="ambleic@clemson.edu" userId="43615028507_tp_box_2" providerId="OAuth2" clId="{5F4B9ABB-DEB5-4DC3-A8F9-1752A2D02C85}" dt="2026-07-17T14:55:22.362" v="18" actId="12788"/>
          <ac:spMkLst>
            <pc:docMk/>
            <pc:sldMk cId="4035965665" sldId="505"/>
            <ac:spMk id="4" creationId="{4A03D021-3291-F8EE-43B3-C66F6EC7F58D}"/>
          </ac:spMkLst>
        </pc:spChg>
        <pc:graphicFrameChg chg="mod">
          <ac:chgData name="ambleic@clemson.edu" userId="43615028507_tp_box_2" providerId="OAuth2" clId="{5F4B9ABB-DEB5-4DC3-A8F9-1752A2D02C85}" dt="2026-07-17T14:55:10.751" v="16" actId="1036"/>
          <ac:graphicFrameMkLst>
            <pc:docMk/>
            <pc:sldMk cId="4035965665" sldId="505"/>
            <ac:graphicFrameMk id="7" creationId="{00000000-0000-0000-0000-000000000000}"/>
          </ac:graphicFrameMkLst>
        </pc:graphicFrameChg>
      </pc:sldChg>
      <pc:sldChg chg="addSp delSp modSp add del mod modClrScheme chgLayout">
        <pc:chgData name="ambleic@clemson.edu" userId="43615028507_tp_box_2" providerId="OAuth2" clId="{5F4B9ABB-DEB5-4DC3-A8F9-1752A2D02C85}" dt="2026-07-19T01:20:42.531" v="4233" actId="22"/>
        <pc:sldMkLst>
          <pc:docMk/>
          <pc:sldMk cId="1082602400" sldId="507"/>
        </pc:sldMkLst>
        <pc:spChg chg="add del mod">
          <ac:chgData name="ambleic@clemson.edu" userId="43615028507_tp_box_2" providerId="OAuth2" clId="{5F4B9ABB-DEB5-4DC3-A8F9-1752A2D02C85}" dt="2026-07-19T01:07:16.889" v="3198" actId="1076"/>
          <ac:spMkLst>
            <pc:docMk/>
            <pc:sldMk cId="1082602400" sldId="507"/>
            <ac:spMk id="2" creationId="{47676C21-F562-0A7C-2136-D9657118E23D}"/>
          </ac:spMkLst>
        </pc:spChg>
        <pc:spChg chg="add del mod ord">
          <ac:chgData name="ambleic@clemson.edu" userId="43615028507_tp_box_2" providerId="OAuth2" clId="{5F4B9ABB-DEB5-4DC3-A8F9-1752A2D02C85}" dt="2026-07-19T01:07:17.877" v="3200" actId="700"/>
          <ac:spMkLst>
            <pc:docMk/>
            <pc:sldMk cId="1082602400" sldId="507"/>
            <ac:spMk id="3" creationId="{48313A77-8325-89BB-62AC-21BFCC49994E}"/>
          </ac:spMkLst>
        </pc:spChg>
        <pc:spChg chg="add del mod ord">
          <ac:chgData name="ambleic@clemson.edu" userId="43615028507_tp_box_2" providerId="OAuth2" clId="{5F4B9ABB-DEB5-4DC3-A8F9-1752A2D02C85}" dt="2026-07-19T01:07:17.877" v="3200" actId="700"/>
          <ac:spMkLst>
            <pc:docMk/>
            <pc:sldMk cId="1082602400" sldId="507"/>
            <ac:spMk id="4" creationId="{DDEDE082-0AD3-F4C9-1E61-523CF4910B13}"/>
          </ac:spMkLst>
        </pc:spChg>
        <pc:picChg chg="add">
          <ac:chgData name="ambleic@clemson.edu" userId="43615028507_tp_box_2" providerId="OAuth2" clId="{5F4B9ABB-DEB5-4DC3-A8F9-1752A2D02C85}" dt="2026-07-19T01:20:42.531" v="4233" actId="22"/>
          <ac:picMkLst>
            <pc:docMk/>
            <pc:sldMk cId="1082602400" sldId="507"/>
            <ac:picMk id="6" creationId="{5322168F-3E79-032B-9B07-FCBA36538549}"/>
          </ac:picMkLst>
        </pc:picChg>
      </pc:sldChg>
      <pc:sldChg chg="addSp delSp modSp new add del mod modAnim">
        <pc:chgData name="ambleic@clemson.edu" userId="43615028507_tp_box_2" providerId="OAuth2" clId="{5F4B9ABB-DEB5-4DC3-A8F9-1752A2D02C85}" dt="2026-07-19T02:48:09.418" v="5978" actId="20577"/>
        <pc:sldMkLst>
          <pc:docMk/>
          <pc:sldMk cId="2483214453" sldId="509"/>
        </pc:sldMkLst>
        <pc:spChg chg="mod">
          <ac:chgData name="ambleic@clemson.edu" userId="43615028507_tp_box_2" providerId="OAuth2" clId="{5F4B9ABB-DEB5-4DC3-A8F9-1752A2D02C85}" dt="2026-07-18T19:44:24.408" v="1369" actId="1076"/>
          <ac:spMkLst>
            <pc:docMk/>
            <pc:sldMk cId="2483214453" sldId="509"/>
            <ac:spMk id="2" creationId="{EB39DEB1-206D-A488-A649-5CBE49D87391}"/>
          </ac:spMkLst>
        </pc:spChg>
        <pc:spChg chg="add mod">
          <ac:chgData name="ambleic@clemson.edu" userId="43615028507_tp_box_2" providerId="OAuth2" clId="{5F4B9ABB-DEB5-4DC3-A8F9-1752A2D02C85}" dt="2026-07-19T01:03:47.474" v="2889" actId="114"/>
          <ac:spMkLst>
            <pc:docMk/>
            <pc:sldMk cId="2483214453" sldId="509"/>
            <ac:spMk id="7" creationId="{00BDCB55-0782-9467-7C5D-1940BE332927}"/>
          </ac:spMkLst>
        </pc:spChg>
        <pc:spChg chg="add mod">
          <ac:chgData name="ambleic@clemson.edu" userId="43615028507_tp_box_2" providerId="OAuth2" clId="{5F4B9ABB-DEB5-4DC3-A8F9-1752A2D02C85}" dt="2026-07-19T01:04:09.050" v="2901" actId="1035"/>
          <ac:spMkLst>
            <pc:docMk/>
            <pc:sldMk cId="2483214453" sldId="509"/>
            <ac:spMk id="8" creationId="{2BF48CD2-899F-0E0F-A241-7B0228F6A4E9}"/>
          </ac:spMkLst>
        </pc:spChg>
        <pc:spChg chg="add mod">
          <ac:chgData name="ambleic@clemson.edu" userId="43615028507_tp_box_2" providerId="OAuth2" clId="{5F4B9ABB-DEB5-4DC3-A8F9-1752A2D02C85}" dt="2026-07-19T02:48:09.418" v="5978" actId="20577"/>
          <ac:spMkLst>
            <pc:docMk/>
            <pc:sldMk cId="2483214453" sldId="509"/>
            <ac:spMk id="11" creationId="{FCCA5AA5-7091-F681-E561-74ADC33A32C2}"/>
          </ac:spMkLst>
        </pc:spChg>
        <pc:spChg chg="add mod">
          <ac:chgData name="ambleic@clemson.edu" userId="43615028507_tp_box_2" providerId="OAuth2" clId="{5F4B9ABB-DEB5-4DC3-A8F9-1752A2D02C85}" dt="2026-07-19T01:07:31.933" v="3203" actId="1035"/>
          <ac:spMkLst>
            <pc:docMk/>
            <pc:sldMk cId="2483214453" sldId="509"/>
            <ac:spMk id="13" creationId="{9347E3CC-B491-587F-478B-E64519D2F61F}"/>
          </ac:spMkLst>
        </pc:spChg>
        <pc:picChg chg="add mod modCrop">
          <ac:chgData name="ambleic@clemson.edu" userId="43615028507_tp_box_2" providerId="OAuth2" clId="{5F4B9ABB-DEB5-4DC3-A8F9-1752A2D02C85}" dt="2026-07-19T01:05:44.357" v="3148" actId="1076"/>
          <ac:picMkLst>
            <pc:docMk/>
            <pc:sldMk cId="2483214453" sldId="509"/>
            <ac:picMk id="4" creationId="{1D4856ED-6F09-6E9B-4484-74BDDAE80E15}"/>
          </ac:picMkLst>
        </pc:picChg>
        <pc:picChg chg="add mod modCrop">
          <ac:chgData name="ambleic@clemson.edu" userId="43615028507_tp_box_2" providerId="OAuth2" clId="{5F4B9ABB-DEB5-4DC3-A8F9-1752A2D02C85}" dt="2026-07-19T00:59:17.106" v="2696" actId="1076"/>
          <ac:picMkLst>
            <pc:docMk/>
            <pc:sldMk cId="2483214453" sldId="509"/>
            <ac:picMk id="6" creationId="{532981D7-11A5-8E7B-145E-7A47454BE1BC}"/>
          </ac:picMkLst>
        </pc:picChg>
        <pc:picChg chg="add">
          <ac:chgData name="ambleic@clemson.edu" userId="43615028507_tp_box_2" providerId="OAuth2" clId="{5F4B9ABB-DEB5-4DC3-A8F9-1752A2D02C85}" dt="2026-07-19T01:20:46.340" v="4234" actId="22"/>
          <ac:picMkLst>
            <pc:docMk/>
            <pc:sldMk cId="2483214453" sldId="509"/>
            <ac:picMk id="18" creationId="{34A41204-437F-E2D0-4E07-99A39AA26DC4}"/>
          </ac:picMkLst>
        </pc:picChg>
        <pc:cxnChg chg="add mod">
          <ac:chgData name="ambleic@clemson.edu" userId="43615028507_tp_box_2" providerId="OAuth2" clId="{5F4B9ABB-DEB5-4DC3-A8F9-1752A2D02C85}" dt="2026-07-19T01:04:18.722" v="2904" actId="208"/>
          <ac:cxnSpMkLst>
            <pc:docMk/>
            <pc:sldMk cId="2483214453" sldId="509"/>
            <ac:cxnSpMk id="10" creationId="{33845668-DB7F-F5AF-287F-6EFED5CD0BF4}"/>
          </ac:cxnSpMkLst>
        </pc:cxnChg>
        <pc:cxnChg chg="add mod">
          <ac:chgData name="ambleic@clemson.edu" userId="43615028507_tp_box_2" providerId="OAuth2" clId="{5F4B9ABB-DEB5-4DC3-A8F9-1752A2D02C85}" dt="2026-07-19T01:07:45.015" v="3207" actId="14100"/>
          <ac:cxnSpMkLst>
            <pc:docMk/>
            <pc:sldMk cId="2483214453" sldId="509"/>
            <ac:cxnSpMk id="14" creationId="{C77F9260-E09E-6A90-2A41-5F895505CF71}"/>
          </ac:cxnSpMkLst>
        </pc:cxnChg>
      </pc:sldChg>
      <pc:sldChg chg="modSp new del mod">
        <pc:chgData name="ambleic@clemson.edu" userId="43615028507_tp_box_2" providerId="OAuth2" clId="{5F4B9ABB-DEB5-4DC3-A8F9-1752A2D02C85}" dt="2026-07-19T01:01:27.760" v="2720" actId="47"/>
        <pc:sldMkLst>
          <pc:docMk/>
          <pc:sldMk cId="3812001644" sldId="510"/>
        </pc:sldMkLst>
      </pc:sldChg>
      <pc:sldChg chg="addSp modSp add del mod addAnim delAnim modAnim">
        <pc:chgData name="ambleic@clemson.edu" userId="43615028507_tp_box_2" providerId="OAuth2" clId="{5F4B9ABB-DEB5-4DC3-A8F9-1752A2D02C85}" dt="2026-07-19T00:57:22.020" v="2679" actId="47"/>
        <pc:sldMkLst>
          <pc:docMk/>
          <pc:sldMk cId="3702558034" sldId="513"/>
        </pc:sldMkLst>
        <pc:spChg chg="mod">
          <ac:chgData name="ambleic@clemson.edu" userId="43615028507_tp_box_2" providerId="OAuth2" clId="{5F4B9ABB-DEB5-4DC3-A8F9-1752A2D02C85}" dt="2026-07-19T00:56:20.576" v="2628" actId="1076"/>
          <ac:spMkLst>
            <pc:docMk/>
            <pc:sldMk cId="3702558034" sldId="513"/>
            <ac:spMk id="2" creationId="{8BB6C9CE-AD2A-2CA4-1B2C-C7724D1F1A41}"/>
          </ac:spMkLst>
        </pc:spChg>
        <pc:spChg chg="mod">
          <ac:chgData name="ambleic@clemson.edu" userId="43615028507_tp_box_2" providerId="OAuth2" clId="{5F4B9ABB-DEB5-4DC3-A8F9-1752A2D02C85}" dt="2026-07-19T00:55:43.609" v="2627" actId="2711"/>
          <ac:spMkLst>
            <pc:docMk/>
            <pc:sldMk cId="3702558034" sldId="513"/>
            <ac:spMk id="3" creationId="{B37907FC-6232-9309-0549-616B8C8F179B}"/>
          </ac:spMkLst>
        </pc:spChg>
        <pc:spChg chg="add mod ord">
          <ac:chgData name="ambleic@clemson.edu" userId="43615028507_tp_box_2" providerId="OAuth2" clId="{5F4B9ABB-DEB5-4DC3-A8F9-1752A2D02C85}" dt="2026-07-19T00:56:28.379" v="2650" actId="1035"/>
          <ac:spMkLst>
            <pc:docMk/>
            <pc:sldMk cId="3702558034" sldId="513"/>
            <ac:spMk id="4" creationId="{D6C421F6-423B-3E4F-E52D-E1F5735F68C3}"/>
          </ac:spMkLst>
        </pc:spChg>
      </pc:sldChg>
      <pc:sldChg chg="delSp modSp add del mod delAnim">
        <pc:chgData name="ambleic@clemson.edu" userId="43615028507_tp_box_2" providerId="OAuth2" clId="{5F4B9ABB-DEB5-4DC3-A8F9-1752A2D02C85}" dt="2026-07-19T01:01:26.934" v="2719" actId="47"/>
        <pc:sldMkLst>
          <pc:docMk/>
          <pc:sldMk cId="3135465614" sldId="514"/>
        </pc:sldMkLst>
      </pc:sldChg>
      <pc:sldChg chg="addSp delSp modSp new del mod modAnim">
        <pc:chgData name="ambleic@clemson.edu" userId="43615028507_tp_box_2" providerId="OAuth2" clId="{5F4B9ABB-DEB5-4DC3-A8F9-1752A2D02C85}" dt="2026-07-19T01:15:08.570" v="4202"/>
        <pc:sldMkLst>
          <pc:docMk/>
          <pc:sldMk cId="802056689" sldId="515"/>
        </pc:sldMkLst>
        <pc:spChg chg="del">
          <ac:chgData name="ambleic@clemson.edu" userId="43615028507_tp_box_2" providerId="OAuth2" clId="{5F4B9ABB-DEB5-4DC3-A8F9-1752A2D02C85}" dt="2026-07-19T00:59:56.229" v="2699" actId="478"/>
          <ac:spMkLst>
            <pc:docMk/>
            <pc:sldMk cId="802056689" sldId="515"/>
            <ac:spMk id="2" creationId="{FB4A9BF0-808F-75DB-D475-28AFC4518FD8}"/>
          </ac:spMkLst>
        </pc:spChg>
        <pc:spChg chg="del">
          <ac:chgData name="ambleic@clemson.edu" userId="43615028507_tp_box_2" providerId="OAuth2" clId="{5F4B9ABB-DEB5-4DC3-A8F9-1752A2D02C85}" dt="2026-07-19T00:59:54.744" v="2698" actId="478"/>
          <ac:spMkLst>
            <pc:docMk/>
            <pc:sldMk cId="802056689" sldId="515"/>
            <ac:spMk id="3" creationId="{9D0E6511-0461-3776-C61D-1485ED278269}"/>
          </ac:spMkLst>
        </pc:spChg>
        <pc:spChg chg="add mod">
          <ac:chgData name="ambleic@clemson.edu" userId="43615028507_tp_box_2" providerId="OAuth2" clId="{5F4B9ABB-DEB5-4DC3-A8F9-1752A2D02C85}" dt="2026-07-19T01:14:18.697" v="4200" actId="1076"/>
          <ac:spMkLst>
            <pc:docMk/>
            <pc:sldMk cId="802056689" sldId="515"/>
            <ac:spMk id="6" creationId="{4E92203B-7CD2-BDC1-00BF-73DFC18C275A}"/>
          </ac:spMkLst>
        </pc:spChg>
        <pc:picChg chg="add mod modCrop">
          <ac:chgData name="ambleic@clemson.edu" userId="43615028507_tp_box_2" providerId="OAuth2" clId="{5F4B9ABB-DEB5-4DC3-A8F9-1752A2D02C85}" dt="2026-07-19T01:14:00.085" v="4193" actId="1076"/>
          <ac:picMkLst>
            <pc:docMk/>
            <pc:sldMk cId="802056689" sldId="515"/>
            <ac:picMk id="5" creationId="{B35F2584-6913-7B96-A75A-041DA3F0D839}"/>
          </ac:picMkLst>
        </pc:picChg>
      </pc:sldChg>
      <pc:sldChg chg="addSp delSp modSp new del mod modAnim">
        <pc:chgData name="ambleic@clemson.edu" userId="43615028507_tp_box_2" providerId="OAuth2" clId="{5F4B9ABB-DEB5-4DC3-A8F9-1752A2D02C85}" dt="2026-07-19T01:21:12.079" v="4240" actId="47"/>
        <pc:sldMkLst>
          <pc:docMk/>
          <pc:sldMk cId="1623130002" sldId="516"/>
        </pc:sldMkLst>
        <pc:spChg chg="del">
          <ac:chgData name="ambleic@clemson.edu" userId="43615028507_tp_box_2" providerId="OAuth2" clId="{5F4B9ABB-DEB5-4DC3-A8F9-1752A2D02C85}" dt="2026-07-19T01:00:28.746" v="2705" actId="478"/>
          <ac:spMkLst>
            <pc:docMk/>
            <pc:sldMk cId="1623130002" sldId="516"/>
            <ac:spMk id="2" creationId="{18E9AA3F-6931-E57B-DDF0-ED8931D86855}"/>
          </ac:spMkLst>
        </pc:spChg>
        <pc:spChg chg="del">
          <ac:chgData name="ambleic@clemson.edu" userId="43615028507_tp_box_2" providerId="OAuth2" clId="{5F4B9ABB-DEB5-4DC3-A8F9-1752A2D02C85}" dt="2026-07-19T01:00:27.628" v="2704" actId="478"/>
          <ac:spMkLst>
            <pc:docMk/>
            <pc:sldMk cId="1623130002" sldId="516"/>
            <ac:spMk id="3" creationId="{430F945A-D26D-803D-A472-0627022D32CF}"/>
          </ac:spMkLst>
        </pc:spChg>
        <pc:spChg chg="add mod">
          <ac:chgData name="ambleic@clemson.edu" userId="43615028507_tp_box_2" providerId="OAuth2" clId="{5F4B9ABB-DEB5-4DC3-A8F9-1752A2D02C85}" dt="2026-07-19T01:21:04.048" v="4239" actId="1076"/>
          <ac:spMkLst>
            <pc:docMk/>
            <pc:sldMk cId="1623130002" sldId="516"/>
            <ac:spMk id="10" creationId="{39AD1404-766B-03CD-446B-FBCF1DF85240}"/>
          </ac:spMkLst>
        </pc:spChg>
        <pc:picChg chg="add mod">
          <ac:chgData name="ambleic@clemson.edu" userId="43615028507_tp_box_2" providerId="OAuth2" clId="{5F4B9ABB-DEB5-4DC3-A8F9-1752A2D02C85}" dt="2026-07-19T01:20:56.670" v="4237" actId="1076"/>
          <ac:picMkLst>
            <pc:docMk/>
            <pc:sldMk cId="1623130002" sldId="516"/>
            <ac:picMk id="5" creationId="{7E25C4DE-27C0-D7D4-DF99-9FB841BA5212}"/>
          </ac:picMkLst>
        </pc:picChg>
        <pc:picChg chg="add mod">
          <ac:chgData name="ambleic@clemson.edu" userId="43615028507_tp_box_2" providerId="OAuth2" clId="{5F4B9ABB-DEB5-4DC3-A8F9-1752A2D02C85}" dt="2026-07-19T01:01:15.523" v="2716" actId="1076"/>
          <ac:picMkLst>
            <pc:docMk/>
            <pc:sldMk cId="1623130002" sldId="516"/>
            <ac:picMk id="7" creationId="{9FF1C942-1B82-324C-03A0-44B4DD26F25E}"/>
          </ac:picMkLst>
        </pc:picChg>
        <pc:picChg chg="add">
          <ac:chgData name="ambleic@clemson.edu" userId="43615028507_tp_box_2" providerId="OAuth2" clId="{5F4B9ABB-DEB5-4DC3-A8F9-1752A2D02C85}" dt="2026-07-19T01:20:48.872" v="4236" actId="22"/>
          <ac:picMkLst>
            <pc:docMk/>
            <pc:sldMk cId="1623130002" sldId="516"/>
            <ac:picMk id="9" creationId="{7492BD07-B698-502E-F6B4-F4D4389A5B3D}"/>
          </ac:picMkLst>
        </pc:picChg>
      </pc:sldChg>
      <pc:sldChg chg="addSp modSp add mod modAnim">
        <pc:chgData name="ambleic@clemson.edu" userId="43615028507_tp_box_2" providerId="OAuth2" clId="{5F4B9ABB-DEB5-4DC3-A8F9-1752A2D02C85}" dt="2026-07-19T01:21:23.051" v="4243" actId="22"/>
        <pc:sldMkLst>
          <pc:docMk/>
          <pc:sldMk cId="3515863791" sldId="517"/>
        </pc:sldMkLst>
        <pc:spChg chg="mod">
          <ac:chgData name="ambleic@clemson.edu" userId="43615028507_tp_box_2" providerId="OAuth2" clId="{5F4B9ABB-DEB5-4DC3-A8F9-1752A2D02C85}" dt="2026-07-19T01:01:35.746" v="2731" actId="20577"/>
          <ac:spMkLst>
            <pc:docMk/>
            <pc:sldMk cId="3515863791" sldId="517"/>
            <ac:spMk id="2" creationId="{9C6E7A22-0AD9-83F2-4E1B-E215B9F912A5}"/>
          </ac:spMkLst>
        </pc:spChg>
        <pc:spChg chg="add mod">
          <ac:chgData name="ambleic@clemson.edu" userId="43615028507_tp_box_2" providerId="OAuth2" clId="{5F4B9ABB-DEB5-4DC3-A8F9-1752A2D02C85}" dt="2026-07-19T01:21:17.871" v="4241"/>
          <ac:spMkLst>
            <pc:docMk/>
            <pc:sldMk cId="3515863791" sldId="517"/>
            <ac:spMk id="3" creationId="{A77EABCE-4979-8F5D-F3C8-1AFC6A2DCB4D}"/>
          </ac:spMkLst>
        </pc:spChg>
        <pc:picChg chg="add">
          <ac:chgData name="ambleic@clemson.edu" userId="43615028507_tp_box_2" providerId="OAuth2" clId="{5F4B9ABB-DEB5-4DC3-A8F9-1752A2D02C85}" dt="2026-07-19T01:21:23.051" v="4243" actId="22"/>
          <ac:picMkLst>
            <pc:docMk/>
            <pc:sldMk cId="3515863791" sldId="517"/>
            <ac:picMk id="5" creationId="{E5FAEB9C-2DB5-383E-4F99-5DFBF9554BB7}"/>
          </ac:picMkLst>
        </pc:picChg>
      </pc:sldChg>
      <pc:sldChg chg="addSp modSp add mod">
        <pc:chgData name="ambleic@clemson.edu" userId="43615028507_tp_box_2" providerId="OAuth2" clId="{5F4B9ABB-DEB5-4DC3-A8F9-1752A2D02C85}" dt="2026-07-20T02:12:00.371" v="6062" actId="20577"/>
        <pc:sldMkLst>
          <pc:docMk/>
          <pc:sldMk cId="1605927986" sldId="518"/>
        </pc:sldMkLst>
        <pc:spChg chg="mod">
          <ac:chgData name="ambleic@clemson.edu" userId="43615028507_tp_box_2" providerId="OAuth2" clId="{5F4B9ABB-DEB5-4DC3-A8F9-1752A2D02C85}" dt="2026-07-20T02:12:00.371" v="6062" actId="20577"/>
          <ac:spMkLst>
            <pc:docMk/>
            <pc:sldMk cId="1605927986" sldId="518"/>
            <ac:spMk id="6" creationId="{4E92203B-7CD2-BDC1-00BF-73DFC18C275A}"/>
          </ac:spMkLst>
        </pc:spChg>
        <pc:picChg chg="add">
          <ac:chgData name="ambleic@clemson.edu" userId="43615028507_tp_box_2" providerId="OAuth2" clId="{5F4B9ABB-DEB5-4DC3-A8F9-1752A2D02C85}" dt="2026-07-19T01:20:47.468" v="4235" actId="22"/>
          <ac:picMkLst>
            <pc:docMk/>
            <pc:sldMk cId="1605927986" sldId="518"/>
            <ac:picMk id="3" creationId="{7609816F-B033-83EE-8082-D11A41DFBED3}"/>
          </ac:picMkLst>
        </pc:picChg>
        <pc:picChg chg="mod">
          <ac:chgData name="ambleic@clemson.edu" userId="43615028507_tp_box_2" providerId="OAuth2" clId="{5F4B9ABB-DEB5-4DC3-A8F9-1752A2D02C85}" dt="2026-07-19T01:20:18.960" v="4232" actId="1076"/>
          <ac:picMkLst>
            <pc:docMk/>
            <pc:sldMk cId="1605927986" sldId="518"/>
            <ac:picMk id="5" creationId="{B35F2584-6913-7B96-A75A-041DA3F0D839}"/>
          </ac:picMkLst>
        </pc:picChg>
      </pc:sldChg>
      <pc:sldChg chg="addSp modSp new mod modAnim">
        <pc:chgData name="ambleic@clemson.edu" userId="43615028507_tp_box_2" providerId="OAuth2" clId="{5F4B9ABB-DEB5-4DC3-A8F9-1752A2D02C85}" dt="2026-07-19T01:36:37.836" v="4697"/>
        <pc:sldMkLst>
          <pc:docMk/>
          <pc:sldMk cId="2768379797" sldId="519"/>
        </pc:sldMkLst>
        <pc:spChg chg="add mod">
          <ac:chgData name="ambleic@clemson.edu" userId="43615028507_tp_box_2" providerId="OAuth2" clId="{5F4B9ABB-DEB5-4DC3-A8F9-1752A2D02C85}" dt="2026-07-19T01:30:03.049" v="4287" actId="20577"/>
          <ac:spMkLst>
            <pc:docMk/>
            <pc:sldMk cId="2768379797" sldId="519"/>
            <ac:spMk id="3" creationId="{796869C5-E595-15BB-B939-FC1837EB1D63}"/>
          </ac:spMkLst>
        </pc:spChg>
        <pc:spChg chg="add mod">
          <ac:chgData name="ambleic@clemson.edu" userId="43615028507_tp_box_2" providerId="OAuth2" clId="{5F4B9ABB-DEB5-4DC3-A8F9-1752A2D02C85}" dt="2026-07-19T01:29:32.637" v="4257" actId="1036"/>
          <ac:spMkLst>
            <pc:docMk/>
            <pc:sldMk cId="2768379797" sldId="519"/>
            <ac:spMk id="4" creationId="{4F2ABC53-9C5A-9031-01BF-986732E34BAD}"/>
          </ac:spMkLst>
        </pc:spChg>
        <pc:spChg chg="add mod">
          <ac:chgData name="ambleic@clemson.edu" userId="43615028507_tp_box_2" providerId="OAuth2" clId="{5F4B9ABB-DEB5-4DC3-A8F9-1752A2D02C85}" dt="2026-07-19T01:29:24.595" v="4253" actId="1076"/>
          <ac:spMkLst>
            <pc:docMk/>
            <pc:sldMk cId="2768379797" sldId="519"/>
            <ac:spMk id="6" creationId="{93227475-A288-FCAC-0B9E-AF9579E843DD}"/>
          </ac:spMkLst>
        </pc:spChg>
        <pc:spChg chg="add mod">
          <ac:chgData name="ambleic@clemson.edu" userId="43615028507_tp_box_2" providerId="OAuth2" clId="{5F4B9ABB-DEB5-4DC3-A8F9-1752A2D02C85}" dt="2026-07-19T01:35:35.677" v="4682" actId="20577"/>
          <ac:spMkLst>
            <pc:docMk/>
            <pc:sldMk cId="2768379797" sldId="519"/>
            <ac:spMk id="12" creationId="{09B41360-1EEE-E959-A8B3-790CCD02CAB0}"/>
          </ac:spMkLst>
        </pc:spChg>
        <pc:spChg chg="add mod">
          <ac:chgData name="ambleic@clemson.edu" userId="43615028507_tp_box_2" providerId="OAuth2" clId="{5F4B9ABB-DEB5-4DC3-A8F9-1752A2D02C85}" dt="2026-07-19T01:35:11.461" v="4623" actId="1035"/>
          <ac:spMkLst>
            <pc:docMk/>
            <pc:sldMk cId="2768379797" sldId="519"/>
            <ac:spMk id="13" creationId="{F64C6B4D-3234-883E-130A-1DA36E0B0B72}"/>
          </ac:spMkLst>
        </pc:spChg>
        <pc:picChg chg="add mod">
          <ac:chgData name="ambleic@clemson.edu" userId="43615028507_tp_box_2" providerId="OAuth2" clId="{5F4B9ABB-DEB5-4DC3-A8F9-1752A2D02C85}" dt="2026-07-19T01:28:52.512" v="4245"/>
          <ac:picMkLst>
            <pc:docMk/>
            <pc:sldMk cId="2768379797" sldId="519"/>
            <ac:picMk id="2" creationId="{9AFF8D02-59A7-FCA6-2D2E-4A2DA49DD7AC}"/>
          </ac:picMkLst>
        </pc:picChg>
        <pc:picChg chg="add">
          <ac:chgData name="ambleic@clemson.edu" userId="43615028507_tp_box_2" providerId="OAuth2" clId="{5F4B9ABB-DEB5-4DC3-A8F9-1752A2D02C85}" dt="2026-07-19T01:29:03.105" v="4247" actId="22"/>
          <ac:picMkLst>
            <pc:docMk/>
            <pc:sldMk cId="2768379797" sldId="519"/>
            <ac:picMk id="8" creationId="{4A538022-EFEC-5DAF-44C5-E9B4173599DF}"/>
          </ac:picMkLst>
        </pc:picChg>
        <pc:picChg chg="add mod">
          <ac:chgData name="ambleic@clemson.edu" userId="43615028507_tp_box_2" providerId="OAuth2" clId="{5F4B9ABB-DEB5-4DC3-A8F9-1752A2D02C85}" dt="2026-07-19T01:31:04.986" v="4293" actId="14100"/>
          <ac:picMkLst>
            <pc:docMk/>
            <pc:sldMk cId="2768379797" sldId="519"/>
            <ac:picMk id="11" creationId="{95663917-0B55-CD45-48FB-2CB1E19137C2}"/>
          </ac:picMkLst>
        </pc:picChg>
        <pc:cxnChg chg="add mod">
          <ac:chgData name="ambleic@clemson.edu" userId="43615028507_tp_box_2" providerId="OAuth2" clId="{5F4B9ABB-DEB5-4DC3-A8F9-1752A2D02C85}" dt="2026-07-19T01:30:00.381" v="4281" actId="20577"/>
          <ac:cxnSpMkLst>
            <pc:docMk/>
            <pc:sldMk cId="2768379797" sldId="519"/>
            <ac:cxnSpMk id="5" creationId="{142BE78E-8414-8A5F-4E82-01CC41B18EBA}"/>
          </ac:cxnSpMkLst>
        </pc:cxnChg>
        <pc:cxnChg chg="add mod">
          <ac:chgData name="ambleic@clemson.edu" userId="43615028507_tp_box_2" providerId="OAuth2" clId="{5F4B9ABB-DEB5-4DC3-A8F9-1752A2D02C85}" dt="2026-07-19T01:35:46.231" v="4686" actId="14100"/>
          <ac:cxnSpMkLst>
            <pc:docMk/>
            <pc:sldMk cId="2768379797" sldId="519"/>
            <ac:cxnSpMk id="14" creationId="{EC7EA0FC-8FFA-D9EF-B8F5-F8403A94CF50}"/>
          </ac:cxnSpMkLst>
        </pc:cxnChg>
      </pc:sldChg>
      <pc:sldChg chg="addSp modSp new del mod modAnim">
        <pc:chgData name="ambleic@clemson.edu" userId="43615028507_tp_box_2" providerId="OAuth2" clId="{5F4B9ABB-DEB5-4DC3-A8F9-1752A2D02C85}" dt="2026-07-19T01:44:41.677" v="5375"/>
        <pc:sldMkLst>
          <pc:docMk/>
          <pc:sldMk cId="3952008550" sldId="520"/>
        </pc:sldMkLst>
        <pc:spChg chg="add mod">
          <ac:chgData name="ambleic@clemson.edu" userId="43615028507_tp_box_2" providerId="OAuth2" clId="{5F4B9ABB-DEB5-4DC3-A8F9-1752A2D02C85}" dt="2026-07-19T01:43:48.390" v="5373" actId="115"/>
          <ac:spMkLst>
            <pc:docMk/>
            <pc:sldMk cId="3952008550" sldId="520"/>
            <ac:spMk id="4" creationId="{1ECF65CB-1D04-515F-6400-173586967916}"/>
          </ac:spMkLst>
        </pc:spChg>
        <pc:picChg chg="add mod ord">
          <ac:chgData name="ambleic@clemson.edu" userId="43615028507_tp_box_2" providerId="OAuth2" clId="{5F4B9ABB-DEB5-4DC3-A8F9-1752A2D02C85}" dt="2026-07-19T01:39:23.276" v="4716" actId="170"/>
          <ac:picMkLst>
            <pc:docMk/>
            <pc:sldMk cId="3952008550" sldId="520"/>
            <ac:picMk id="3" creationId="{2081C895-1CF1-5734-7CB9-59836AEE2722}"/>
          </ac:picMkLst>
        </pc:picChg>
        <pc:picChg chg="add ord">
          <ac:chgData name="ambleic@clemson.edu" userId="43615028507_tp_box_2" providerId="OAuth2" clId="{5F4B9ABB-DEB5-4DC3-A8F9-1752A2D02C85}" dt="2026-07-19T01:39:29.863" v="4720" actId="171"/>
          <ac:picMkLst>
            <pc:docMk/>
            <pc:sldMk cId="3952008550" sldId="520"/>
            <ac:picMk id="6" creationId="{1B7151BB-2661-EA09-D8CB-58A5889B55E5}"/>
          </ac:picMkLst>
        </pc:picChg>
      </pc:sldChg>
      <pc:sldChg chg="addSp delSp modSp new del mod modClrScheme chgLayout modNotesTx">
        <pc:chgData name="ambleic@clemson.edu" userId="43615028507_tp_box_2" providerId="OAuth2" clId="{5F4B9ABB-DEB5-4DC3-A8F9-1752A2D02C85}" dt="2026-07-19T02:12:06.830" v="5833"/>
        <pc:sldMkLst>
          <pc:docMk/>
          <pc:sldMk cId="2824934413" sldId="521"/>
        </pc:sldMkLst>
        <pc:spChg chg="add mod">
          <ac:chgData name="ambleic@clemson.edu" userId="43615028507_tp_box_2" providerId="OAuth2" clId="{5F4B9ABB-DEB5-4DC3-A8F9-1752A2D02C85}" dt="2026-07-19T02:05:14.069" v="5689" actId="14100"/>
          <ac:spMkLst>
            <pc:docMk/>
            <pc:sldMk cId="2824934413" sldId="521"/>
            <ac:spMk id="3" creationId="{BEE80F2B-D409-3B06-F6B5-73906CB0BB34}"/>
          </ac:spMkLst>
        </pc:spChg>
        <pc:spChg chg="add del mod">
          <ac:chgData name="ambleic@clemson.edu" userId="43615028507_tp_box_2" providerId="OAuth2" clId="{5F4B9ABB-DEB5-4DC3-A8F9-1752A2D02C85}" dt="2026-07-19T02:01:10.528" v="5393" actId="478"/>
          <ac:spMkLst>
            <pc:docMk/>
            <pc:sldMk cId="2824934413" sldId="521"/>
            <ac:spMk id="5" creationId="{DC86AC79-2D60-6DED-AD26-42ED1CD559DC}"/>
          </ac:spMkLst>
        </pc:spChg>
        <pc:spChg chg="add mod">
          <ac:chgData name="ambleic@clemson.edu" userId="43615028507_tp_box_2" providerId="OAuth2" clId="{5F4B9ABB-DEB5-4DC3-A8F9-1752A2D02C85}" dt="2026-07-19T02:10:04.114" v="5831" actId="20577"/>
          <ac:spMkLst>
            <pc:docMk/>
            <pc:sldMk cId="2824934413" sldId="521"/>
            <ac:spMk id="7" creationId="{91DB5C28-B982-1648-AFEF-09ADE00DE0BF}"/>
          </ac:spMkLst>
        </pc:spChg>
        <pc:spChg chg="add mod ord">
          <ac:chgData name="ambleic@clemson.edu" userId="43615028507_tp_box_2" providerId="OAuth2" clId="{5F4B9ABB-DEB5-4DC3-A8F9-1752A2D02C85}" dt="2026-07-19T02:03:17.758" v="5670" actId="20577"/>
          <ac:spMkLst>
            <pc:docMk/>
            <pc:sldMk cId="2824934413" sldId="521"/>
            <ac:spMk id="8" creationId="{1011B653-9E65-FCE7-D499-A86129138AFC}"/>
          </ac:spMkLst>
        </pc:spChg>
        <pc:spChg chg="add del mod ord">
          <ac:chgData name="ambleic@clemson.edu" userId="43615028507_tp_box_2" providerId="OAuth2" clId="{5F4B9ABB-DEB5-4DC3-A8F9-1752A2D02C85}" dt="2026-07-19T02:01:18.963" v="5396" actId="478"/>
          <ac:spMkLst>
            <pc:docMk/>
            <pc:sldMk cId="2824934413" sldId="521"/>
            <ac:spMk id="9" creationId="{A2EC23EB-2477-9279-2EAA-3F3C44793F9D}"/>
          </ac:spMkLst>
        </pc:spChg>
      </pc:sldChg>
      <pc:sldChg chg="modSp add del mod">
        <pc:chgData name="ambleic@clemson.edu" userId="43615028507_tp_box_2" providerId="OAuth2" clId="{5F4B9ABB-DEB5-4DC3-A8F9-1752A2D02C85}" dt="2026-07-20T02:26:52.867" v="6073" actId="47"/>
        <pc:sldMkLst>
          <pc:docMk/>
          <pc:sldMk cId="2626532386" sldId="522"/>
        </pc:sldMkLst>
        <pc:spChg chg="mod">
          <ac:chgData name="ambleic@clemson.edu" userId="43615028507_tp_box_2" providerId="OAuth2" clId="{5F4B9ABB-DEB5-4DC3-A8F9-1752A2D02C85}" dt="2026-07-19T02:01:03.798" v="5391" actId="1076"/>
          <ac:spMkLst>
            <pc:docMk/>
            <pc:sldMk cId="2626532386" sldId="522"/>
            <ac:spMk id="4" creationId="{1ECF65CB-1D04-515F-6400-173586967916}"/>
          </ac:spMkLst>
        </pc:spChg>
        <pc:picChg chg="mod">
          <ac:chgData name="ambleic@clemson.edu" userId="43615028507_tp_box_2" providerId="OAuth2" clId="{5F4B9ABB-DEB5-4DC3-A8F9-1752A2D02C85}" dt="2026-07-19T02:00:58.028" v="5390" actId="1076"/>
          <ac:picMkLst>
            <pc:docMk/>
            <pc:sldMk cId="2626532386" sldId="522"/>
            <ac:picMk id="3" creationId="{2081C895-1CF1-5734-7CB9-59836AEE2722}"/>
          </ac:picMkLst>
        </pc:picChg>
      </pc:sldChg>
      <pc:sldChg chg="modSp add del mod modNotesTx">
        <pc:chgData name="ambleic@clemson.edu" userId="43615028507_tp_box_2" providerId="OAuth2" clId="{5F4B9ABB-DEB5-4DC3-A8F9-1752A2D02C85}" dt="2026-07-20T02:12:14.532" v="6064"/>
        <pc:sldMkLst>
          <pc:docMk/>
          <pc:sldMk cId="947571782" sldId="523"/>
        </pc:sldMkLst>
        <pc:spChg chg="mod">
          <ac:chgData name="ambleic@clemson.edu" userId="43615028507_tp_box_2" providerId="OAuth2" clId="{5F4B9ABB-DEB5-4DC3-A8F9-1752A2D02C85}" dt="2026-07-19T02:13:53.780" v="5841" actId="1076"/>
          <ac:spMkLst>
            <pc:docMk/>
            <pc:sldMk cId="947571782" sldId="523"/>
            <ac:spMk id="3" creationId="{BEE80F2B-D409-3B06-F6B5-73906CB0BB34}"/>
          </ac:spMkLst>
        </pc:spChg>
        <pc:spChg chg="mod">
          <ac:chgData name="ambleic@clemson.edu" userId="43615028507_tp_box_2" providerId="OAuth2" clId="{5F4B9ABB-DEB5-4DC3-A8F9-1752A2D02C85}" dt="2026-07-19T02:14:28.173" v="5872" actId="207"/>
          <ac:spMkLst>
            <pc:docMk/>
            <pc:sldMk cId="947571782" sldId="523"/>
            <ac:spMk id="7" creationId="{91DB5C28-B982-1648-AFEF-09ADE00DE0BF}"/>
          </ac:spMkLst>
        </pc:spChg>
      </pc:sldChg>
      <pc:sldChg chg="modSp add del mod">
        <pc:chgData name="ambleic@clemson.edu" userId="43615028507_tp_box_2" providerId="OAuth2" clId="{5F4B9ABB-DEB5-4DC3-A8F9-1752A2D02C85}" dt="2026-07-19T02:19:32.976" v="5883"/>
        <pc:sldMkLst>
          <pc:docMk/>
          <pc:sldMk cId="1232747258" sldId="524"/>
        </pc:sldMkLst>
        <pc:graphicFrameChg chg="modGraphic">
          <ac:chgData name="ambleic@clemson.edu" userId="43615028507_tp_box_2" providerId="OAuth2" clId="{5F4B9ABB-DEB5-4DC3-A8F9-1752A2D02C85}" dt="2026-07-19T02:17:00.371" v="5881"/>
          <ac:graphicFrameMkLst>
            <pc:docMk/>
            <pc:sldMk cId="1232747258" sldId="524"/>
            <ac:graphicFrameMk id="7" creationId="{67FA3C47-38BF-4381-9A13-2A6F8DC32BCE}"/>
          </ac:graphicFrameMkLst>
        </pc:graphicFrameChg>
      </pc:sldChg>
      <pc:sldChg chg="modSp add mod">
        <pc:chgData name="ambleic@clemson.edu" userId="43615028507_tp_box_2" providerId="OAuth2" clId="{5F4B9ABB-DEB5-4DC3-A8F9-1752A2D02C85}" dt="2026-07-19T02:20:34.104" v="5924" actId="1076"/>
        <pc:sldMkLst>
          <pc:docMk/>
          <pc:sldMk cId="1345151331" sldId="525"/>
        </pc:sldMkLst>
        <pc:spChg chg="mod">
          <ac:chgData name="ambleic@clemson.edu" userId="43615028507_tp_box_2" providerId="OAuth2" clId="{5F4B9ABB-DEB5-4DC3-A8F9-1752A2D02C85}" dt="2026-07-19T02:20:31.031" v="5923" actId="1076"/>
          <ac:spMkLst>
            <pc:docMk/>
            <pc:sldMk cId="1345151331" sldId="525"/>
            <ac:spMk id="3" creationId="{38CFCFA4-6414-D3C2-2637-E4DB7977EB5E}"/>
          </ac:spMkLst>
        </pc:spChg>
        <pc:graphicFrameChg chg="mod modGraphic">
          <ac:chgData name="ambleic@clemson.edu" userId="43615028507_tp_box_2" providerId="OAuth2" clId="{5F4B9ABB-DEB5-4DC3-A8F9-1752A2D02C85}" dt="2026-07-19T02:20:34.104" v="5924" actId="1076"/>
          <ac:graphicFrameMkLst>
            <pc:docMk/>
            <pc:sldMk cId="1345151331" sldId="525"/>
            <ac:graphicFrameMk id="7" creationId="{67FA3C47-38BF-4381-9A13-2A6F8DC32BCE}"/>
          </ac:graphicFrameMkLst>
        </pc:graphicFrameChg>
      </pc:sldChg>
      <pc:sldChg chg="add del">
        <pc:chgData name="ambleic@clemson.edu" userId="43615028507_tp_box_2" providerId="OAuth2" clId="{5F4B9ABB-DEB5-4DC3-A8F9-1752A2D02C85}" dt="2026-07-19T20:52:18.433" v="6028"/>
        <pc:sldMkLst>
          <pc:docMk/>
          <pc:sldMk cId="2410926871" sldId="526"/>
        </pc:sldMkLst>
      </pc:sldChg>
      <pc:sldChg chg="modSp add del">
        <pc:chgData name="ambleic@clemson.edu" userId="43615028507_tp_box_2" providerId="OAuth2" clId="{5F4B9ABB-DEB5-4DC3-A8F9-1752A2D02C85}" dt="2026-07-19T21:38:28.060" v="6042"/>
        <pc:sldMkLst>
          <pc:docMk/>
          <pc:sldMk cId="1253591451" sldId="527"/>
        </pc:sldMkLst>
        <pc:spChg chg="mod">
          <ac:chgData name="ambleic@clemson.edu" userId="43615028507_tp_box_2" providerId="OAuth2" clId="{5F4B9ABB-DEB5-4DC3-A8F9-1752A2D02C85}" dt="2026-07-19T21:37:50.140" v="6040" actId="20577"/>
          <ac:spMkLst>
            <pc:docMk/>
            <pc:sldMk cId="1253591451" sldId="527"/>
            <ac:spMk id="11" creationId="{00000000-0000-0000-0000-000000000000}"/>
          </ac:spMkLst>
        </pc:spChg>
      </pc:sldChg>
      <pc:sldChg chg="modSp add">
        <pc:chgData name="ambleic@clemson.edu" userId="43615028507_tp_box_2" providerId="OAuth2" clId="{5F4B9ABB-DEB5-4DC3-A8F9-1752A2D02C85}" dt="2026-07-19T21:39:42.624" v="6048" actId="20577"/>
        <pc:sldMkLst>
          <pc:docMk/>
          <pc:sldMk cId="1160589110" sldId="528"/>
        </pc:sldMkLst>
        <pc:spChg chg="mod">
          <ac:chgData name="ambleic@clemson.edu" userId="43615028507_tp_box_2" providerId="OAuth2" clId="{5F4B9ABB-DEB5-4DC3-A8F9-1752A2D02C85}" dt="2026-07-19T21:39:42.624" v="6048" actId="20577"/>
          <ac:spMkLst>
            <pc:docMk/>
            <pc:sldMk cId="1160589110" sldId="528"/>
            <ac:spMk id="11" creationId="{00000000-0000-0000-0000-000000000000}"/>
          </ac:spMkLst>
        </pc:spChg>
      </pc:sldChg>
      <pc:sldChg chg="add modNotesTx">
        <pc:chgData name="ambleic@clemson.edu" userId="43615028507_tp_box_2" providerId="OAuth2" clId="{5F4B9ABB-DEB5-4DC3-A8F9-1752A2D02C85}" dt="2026-07-20T02:25:37.325" v="6072" actId="20577"/>
        <pc:sldMkLst>
          <pc:docMk/>
          <pc:sldMk cId="3263130106" sldId="52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1AF425-8C74-4DBA-B5D2-9BAAD86D5D4B}" type="datetimeFigureOut">
              <a:rPr lang="en-US" smtClean="0"/>
              <a:t>7/19/2026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BBE975-A41D-47EA-8DF1-0AFC9A3B1FC3}" type="slidenum">
              <a:rPr lang="en-US" smtClean="0"/>
              <a:t>‹#›</a:t>
            </a:fld>
            <a:endParaRPr lang="en-US" dirty="0"/>
          </a:p>
        </p:txBody>
      </p:sp>
    </p:spTree>
    <p:extLst>
      <p:ext uri="{BB962C8B-B14F-4D97-AF65-F5344CB8AC3E}">
        <p14:creationId xmlns:p14="http://schemas.microsoft.com/office/powerpoint/2010/main" val="111581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8F7-07E8-7323-7F6A-E039966F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C6638-B674-A268-8B34-2CB1C7A60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391C4-72C0-AF2B-6E99-E81F196E9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17F67-14ED-DAE9-B476-43ABC3380D3D}"/>
              </a:ext>
            </a:extLst>
          </p:cNvPr>
          <p:cNvSpPr>
            <a:spLocks noGrp="1"/>
          </p:cNvSpPr>
          <p:nvPr>
            <p:ph type="sldNum" sz="quarter" idx="5"/>
          </p:nvPr>
        </p:nvSpPr>
        <p:spPr/>
        <p:txBody>
          <a:bodyPr/>
          <a:lstStyle/>
          <a:p>
            <a:fld id="{D0E60299-BECB-47F9-950E-D077161DE286}" type="slidenum">
              <a:rPr lang="en-US" smtClean="0"/>
              <a:t>4</a:t>
            </a:fld>
            <a:endParaRPr lang="en-US" dirty="0"/>
          </a:p>
        </p:txBody>
      </p:sp>
    </p:spTree>
    <p:extLst>
      <p:ext uri="{BB962C8B-B14F-4D97-AF65-F5344CB8AC3E}">
        <p14:creationId xmlns:p14="http://schemas.microsoft.com/office/powerpoint/2010/main" val="1193534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5</a:t>
            </a:fld>
            <a:endParaRPr lang="en-US" dirty="0"/>
          </a:p>
        </p:txBody>
      </p:sp>
    </p:spTree>
    <p:extLst>
      <p:ext uri="{BB962C8B-B14F-4D97-AF65-F5344CB8AC3E}">
        <p14:creationId xmlns:p14="http://schemas.microsoft.com/office/powerpoint/2010/main" val="1713951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BBE975-A41D-47EA-8DF1-0AFC9A3B1FC3}" type="slidenum">
              <a:rPr lang="en-US" smtClean="0"/>
              <a:t>10</a:t>
            </a:fld>
            <a:endParaRPr lang="en-US" dirty="0"/>
          </a:p>
        </p:txBody>
      </p:sp>
    </p:spTree>
    <p:extLst>
      <p:ext uri="{BB962C8B-B14F-4D97-AF65-F5344CB8AC3E}">
        <p14:creationId xmlns:p14="http://schemas.microsoft.com/office/powerpoint/2010/main" val="2605491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11</a:t>
            </a:fld>
            <a:endParaRPr lang="en-US" dirty="0"/>
          </a:p>
        </p:txBody>
      </p:sp>
    </p:spTree>
    <p:extLst>
      <p:ext uri="{BB962C8B-B14F-4D97-AF65-F5344CB8AC3E}">
        <p14:creationId xmlns:p14="http://schemas.microsoft.com/office/powerpoint/2010/main" val="1990761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9C4B1-EADE-D07A-B6D1-978E7B7BA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133641-F014-2647-CFFE-9799DD2152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9DF42-3F21-6352-64CD-CFAB08956B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DD7A80-B3DC-0634-3C0B-F360752E5737}"/>
              </a:ext>
            </a:extLst>
          </p:cNvPr>
          <p:cNvSpPr>
            <a:spLocks noGrp="1"/>
          </p:cNvSpPr>
          <p:nvPr>
            <p:ph type="sldNum" sz="quarter" idx="5"/>
          </p:nvPr>
        </p:nvSpPr>
        <p:spPr/>
        <p:txBody>
          <a:bodyPr/>
          <a:lstStyle/>
          <a:p>
            <a:fld id="{EFC45A4A-0340-4030-8DF6-B0876EC10DF5}" type="slidenum">
              <a:rPr lang="en-US" smtClean="0"/>
              <a:t>12</a:t>
            </a:fld>
            <a:endParaRPr lang="en-US" dirty="0"/>
          </a:p>
        </p:txBody>
      </p:sp>
    </p:spTree>
    <p:extLst>
      <p:ext uri="{BB962C8B-B14F-4D97-AF65-F5344CB8AC3E}">
        <p14:creationId xmlns:p14="http://schemas.microsoft.com/office/powerpoint/2010/main" val="1995880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16</a:t>
            </a:fld>
            <a:endParaRPr lang="en-US" dirty="0"/>
          </a:p>
        </p:txBody>
      </p:sp>
    </p:spTree>
    <p:extLst>
      <p:ext uri="{BB962C8B-B14F-4D97-AF65-F5344CB8AC3E}">
        <p14:creationId xmlns:p14="http://schemas.microsoft.com/office/powerpoint/2010/main" val="28356643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17</a:t>
            </a:fld>
            <a:endParaRPr lang="en-US" dirty="0"/>
          </a:p>
        </p:txBody>
      </p:sp>
    </p:spTree>
    <p:extLst>
      <p:ext uri="{BB962C8B-B14F-4D97-AF65-F5344CB8AC3E}">
        <p14:creationId xmlns:p14="http://schemas.microsoft.com/office/powerpoint/2010/main" val="1894102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20</a:t>
            </a:fld>
            <a:endParaRPr lang="en-US" dirty="0"/>
          </a:p>
        </p:txBody>
      </p:sp>
    </p:spTree>
    <p:extLst>
      <p:ext uri="{BB962C8B-B14F-4D97-AF65-F5344CB8AC3E}">
        <p14:creationId xmlns:p14="http://schemas.microsoft.com/office/powerpoint/2010/main" val="14618807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BBE975-A41D-47EA-8DF1-0AFC9A3B1FC3}" type="slidenum">
              <a:rPr lang="en-US" smtClean="0"/>
              <a:t>25</a:t>
            </a:fld>
            <a:endParaRPr lang="en-US" dirty="0"/>
          </a:p>
        </p:txBody>
      </p:sp>
    </p:spTree>
    <p:extLst>
      <p:ext uri="{BB962C8B-B14F-4D97-AF65-F5344CB8AC3E}">
        <p14:creationId xmlns:p14="http://schemas.microsoft.com/office/powerpoint/2010/main" val="41908637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BBE975-A41D-47EA-8DF1-0AFC9A3B1FC3}" type="slidenum">
              <a:rPr lang="en-US" smtClean="0"/>
              <a:t>26</a:t>
            </a:fld>
            <a:endParaRPr lang="en-US" dirty="0"/>
          </a:p>
        </p:txBody>
      </p:sp>
    </p:spTree>
    <p:extLst>
      <p:ext uri="{BB962C8B-B14F-4D97-AF65-F5344CB8AC3E}">
        <p14:creationId xmlns:p14="http://schemas.microsoft.com/office/powerpoint/2010/main" val="164794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6BFD0-158E-E109-E60B-1F30806021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F9AD1BF-928E-FB2B-798B-02ADFF6320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7F4520-9A8C-6F8C-9876-6410D0D868B3}"/>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5" name="Footer Placeholder 4">
            <a:extLst>
              <a:ext uri="{FF2B5EF4-FFF2-40B4-BE49-F238E27FC236}">
                <a16:creationId xmlns:a16="http://schemas.microsoft.com/office/drawing/2014/main" id="{456CD6E1-3138-43B5-8352-A04A80F4B1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5303020-1B1E-6EBC-CC50-B99280B0201F}"/>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197913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96400-DFE3-017B-E595-F36FCF5EE6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242A78-0B41-D116-5B0A-2969FAF42F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D5D1D6-559B-6F68-3BD5-301154006121}"/>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5" name="Footer Placeholder 4">
            <a:extLst>
              <a:ext uri="{FF2B5EF4-FFF2-40B4-BE49-F238E27FC236}">
                <a16:creationId xmlns:a16="http://schemas.microsoft.com/office/drawing/2014/main" id="{C268D865-94D8-A9AE-ABB0-AAB349C967C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D781B4-D1E5-4B59-3F6F-51875A076DB5}"/>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69449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4B681-EB04-7538-0E3B-A891AAD79A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0DE3D6-F682-324A-4552-649F4856DF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856253-1767-A851-D085-262067E25F8D}"/>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5" name="Footer Placeholder 4">
            <a:extLst>
              <a:ext uri="{FF2B5EF4-FFF2-40B4-BE49-F238E27FC236}">
                <a16:creationId xmlns:a16="http://schemas.microsoft.com/office/drawing/2014/main" id="{E9750B0D-1BD7-C2C2-FE80-A824EA0AD56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0B69E66-9A7F-BDBD-7610-7EF26F20626A}"/>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2000242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2E9D7-D3B8-2972-8DA6-0177A6965D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578AC5-6CD5-D684-1D77-D6A940986F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60B81E-8850-F182-8DB2-6826018045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28A5A1-767C-0D34-6595-4DF8BCF5DA46}"/>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6" name="Footer Placeholder 5">
            <a:extLst>
              <a:ext uri="{FF2B5EF4-FFF2-40B4-BE49-F238E27FC236}">
                <a16:creationId xmlns:a16="http://schemas.microsoft.com/office/drawing/2014/main" id="{FC884CD7-D784-943C-46DB-D6DCA900C59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03D26D4-2C42-0057-913D-60F8FB6EBAF4}"/>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867384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924D2-9437-C79D-AF32-0D0BAADD62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8A92A2-BDA1-1F90-977E-872B66711B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C72CA4-E4CF-D98A-8496-4E44576E5C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D9DC57-70D1-2E06-0CEB-F5A5EE542D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42E768-F379-6D4E-0EA9-FFC5F568C5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500759-C066-70F9-2883-20ACC3F9EC19}"/>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8" name="Footer Placeholder 7">
            <a:extLst>
              <a:ext uri="{FF2B5EF4-FFF2-40B4-BE49-F238E27FC236}">
                <a16:creationId xmlns:a16="http://schemas.microsoft.com/office/drawing/2014/main" id="{0676927A-3B80-C676-F4F8-5389C88776E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1E1D71E-4F9A-7F18-45D4-B755D91E3059}"/>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4169701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889F9-63A0-84EE-7CB0-E343347467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A93787-8CC0-A128-1B60-E9C515C2F050}"/>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4" name="Footer Placeholder 3">
            <a:extLst>
              <a:ext uri="{FF2B5EF4-FFF2-40B4-BE49-F238E27FC236}">
                <a16:creationId xmlns:a16="http://schemas.microsoft.com/office/drawing/2014/main" id="{3460A1DA-60E6-EE3B-5315-9B874987C5E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9002985-5628-5B8E-DEDB-BF53DEF50FD8}"/>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1646733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E885E8-1B18-F953-A379-59828013F033}"/>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3" name="Footer Placeholder 2">
            <a:extLst>
              <a:ext uri="{FF2B5EF4-FFF2-40B4-BE49-F238E27FC236}">
                <a16:creationId xmlns:a16="http://schemas.microsoft.com/office/drawing/2014/main" id="{D4AC15CE-3522-76CC-D4F6-9788BC70F60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CF891B9-6308-ED0E-62C7-8F484CA65AD3}"/>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478062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AA40C-DDBC-625A-A919-F07D7A1477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C8F07D-8CCE-1EE3-2743-9C36FADB23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CBC73F-A817-3809-004E-F4BDCD793E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5DE0C8-05AB-04F2-C52A-174F6B6B243C}"/>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6" name="Footer Placeholder 5">
            <a:extLst>
              <a:ext uri="{FF2B5EF4-FFF2-40B4-BE49-F238E27FC236}">
                <a16:creationId xmlns:a16="http://schemas.microsoft.com/office/drawing/2014/main" id="{F3B40785-A890-72E2-3A37-D754EA5627B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53BE61F-519B-7B97-BFB9-059023E5A76E}"/>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1652522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D70F-C912-1AA6-1339-E0C18EB78B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04239C-5AFA-51DC-901F-8492083F3D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E5009330-0B68-1853-1FB1-B9BB67320F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EACD7-C9DF-3648-C632-BE4BC35FE4A9}"/>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6" name="Footer Placeholder 5">
            <a:extLst>
              <a:ext uri="{FF2B5EF4-FFF2-40B4-BE49-F238E27FC236}">
                <a16:creationId xmlns:a16="http://schemas.microsoft.com/office/drawing/2014/main" id="{0C212C28-7685-6462-FCE0-C2CB2B3A0EA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97711DA-DBB8-4687-FF3F-C3F34B7E5B23}"/>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1249575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A6BFA-A816-A5DF-A109-1A25375237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CD5D94A-9725-055A-E132-E41D338127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2CBEB4-D787-BFD2-9100-4636FDBFD8F9}"/>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5" name="Footer Placeholder 4">
            <a:extLst>
              <a:ext uri="{FF2B5EF4-FFF2-40B4-BE49-F238E27FC236}">
                <a16:creationId xmlns:a16="http://schemas.microsoft.com/office/drawing/2014/main" id="{CC7AC53F-7561-9886-600B-0E2BD68EFF6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F0D1562-DC49-44AF-4FD9-1B3BFCAAB85D}"/>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1103207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A5D452-7CDE-C5B8-92DC-8D7B593844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B25B98-4840-D106-AA65-FD76F5791C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DF64B-FCF5-0D0F-467C-FD6C24056A22}"/>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5" name="Footer Placeholder 4">
            <a:extLst>
              <a:ext uri="{FF2B5EF4-FFF2-40B4-BE49-F238E27FC236}">
                <a16:creationId xmlns:a16="http://schemas.microsoft.com/office/drawing/2014/main" id="{9A785F29-C79E-C51D-11E1-066D14D54E8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E0E4436-511A-50A7-C5EE-0225C973644A}"/>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13470902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4830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923C03-69D3-DF27-68FE-77E3B61965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EC583F-0AAC-0795-F7EB-B2833705B4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7A4F65-A93D-A677-E79E-EA31F43EB5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E4D5B1-19B2-4EC6-BF4F-98D41591CA54}" type="datetimeFigureOut">
              <a:rPr lang="en-US" smtClean="0"/>
              <a:t>7/19/2026</a:t>
            </a:fld>
            <a:endParaRPr lang="en-US" dirty="0"/>
          </a:p>
        </p:txBody>
      </p:sp>
      <p:sp>
        <p:nvSpPr>
          <p:cNvPr id="5" name="Footer Placeholder 4">
            <a:extLst>
              <a:ext uri="{FF2B5EF4-FFF2-40B4-BE49-F238E27FC236}">
                <a16:creationId xmlns:a16="http://schemas.microsoft.com/office/drawing/2014/main" id="{62F187DF-7D82-1C5B-370E-B9E72D7E1D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C045DBA1-0774-948B-B710-6B4144B8BB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441C65-51F1-462F-863B-39638E719FDC}" type="slidenum">
              <a:rPr lang="en-US" smtClean="0"/>
              <a:t>‹#›</a:t>
            </a:fld>
            <a:endParaRPr lang="en-US" dirty="0"/>
          </a:p>
        </p:txBody>
      </p:sp>
    </p:spTree>
    <p:extLst>
      <p:ext uri="{BB962C8B-B14F-4D97-AF65-F5344CB8AC3E}">
        <p14:creationId xmlns:p14="http://schemas.microsoft.com/office/powerpoint/2010/main" val="35640389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jpeg"/></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dirty="0">
                <a:solidFill>
                  <a:srgbClr val="7030A0"/>
                </a:solidFill>
                <a:latin typeface="Arial" panose="020B0604020202020204" pitchFamily="34" charset="0"/>
                <a:cs typeface="Arial" panose="020B0604020202020204" pitchFamily="34" charset="0"/>
              </a:rPr>
              <a:t>Introduction to GitHub</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CFCFA4-6414-D3C2-2637-E4DB7977EB5E}"/>
              </a:ext>
            </a:extLst>
          </p:cNvPr>
          <p:cNvSpPr/>
          <p:nvPr/>
        </p:nvSpPr>
        <p:spPr>
          <a:xfrm>
            <a:off x="914400" y="321323"/>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Lecture Overview</a:t>
            </a:r>
            <a:endParaRPr lang="en-US" sz="4400" dirty="0">
              <a:solidFill>
                <a:srgbClr val="7030A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67FA3C47-38BF-4381-9A13-2A6F8DC32BCE}"/>
              </a:ext>
            </a:extLst>
          </p:cNvPr>
          <p:cNvGraphicFramePr>
            <a:graphicFrameLocks noGrp="1"/>
          </p:cNvGraphicFramePr>
          <p:nvPr>
            <p:extLst>
              <p:ext uri="{D42A27DB-BD31-4B8C-83A1-F6EECF244321}">
                <p14:modId xmlns:p14="http://schemas.microsoft.com/office/powerpoint/2010/main" val="1276451431"/>
              </p:ext>
            </p:extLst>
          </p:nvPr>
        </p:nvGraphicFramePr>
        <p:xfrm>
          <a:off x="833120" y="1643464"/>
          <a:ext cx="10525760" cy="4114800"/>
        </p:xfrm>
        <a:graphic>
          <a:graphicData uri="http://schemas.openxmlformats.org/drawingml/2006/table">
            <a:tbl>
              <a:tblPr firstRow="1" bandRow="1">
                <a:tableStyleId>{5940675A-B579-460E-94D1-54222C63F5DA}</a:tableStyleId>
              </a:tblPr>
              <a:tblGrid>
                <a:gridCol w="5262880">
                  <a:extLst>
                    <a:ext uri="{9D8B030D-6E8A-4147-A177-3AD203B41FA5}">
                      <a16:colId xmlns:a16="http://schemas.microsoft.com/office/drawing/2014/main" val="4229281968"/>
                    </a:ext>
                  </a:extLst>
                </a:gridCol>
                <a:gridCol w="5262880">
                  <a:extLst>
                    <a:ext uri="{9D8B030D-6E8A-4147-A177-3AD203B41FA5}">
                      <a16:colId xmlns:a16="http://schemas.microsoft.com/office/drawing/2014/main" val="1163233261"/>
                    </a:ext>
                  </a:extLst>
                </a:gridCol>
              </a:tblGrid>
              <a:tr h="457200">
                <a:tc>
                  <a:txBody>
                    <a:bodyPr/>
                    <a:lstStyle/>
                    <a:p>
                      <a:pPr algn="ctr"/>
                      <a:r>
                        <a:rPr lang="en-US" sz="2200" b="1" dirty="0">
                          <a:latin typeface="Arial" panose="020B0604020202020204" pitchFamily="34" charset="0"/>
                          <a:cs typeface="Arial" panose="020B0604020202020204" pitchFamily="34" charset="0"/>
                        </a:rPr>
                        <a:t>Topic</a:t>
                      </a:r>
                    </a:p>
                  </a:txBody>
                  <a:tcPr anchor="ctr">
                    <a:solidFill>
                      <a:schemeClr val="bg2"/>
                    </a:solidFill>
                  </a:tcPr>
                </a:tc>
                <a:tc>
                  <a:txBody>
                    <a:bodyPr/>
                    <a:lstStyle/>
                    <a:p>
                      <a:pPr algn="ctr"/>
                      <a:r>
                        <a:rPr lang="en-US" sz="2200" b="1" dirty="0">
                          <a:latin typeface="Arial" panose="020B0604020202020204" pitchFamily="34" charset="0"/>
                          <a:cs typeface="Arial" panose="020B0604020202020204" pitchFamily="34" charset="0"/>
                        </a:rPr>
                        <a:t>Slides</a:t>
                      </a:r>
                    </a:p>
                  </a:txBody>
                  <a:tcPr anchor="ctr">
                    <a:solidFill>
                      <a:schemeClr val="bg2"/>
                    </a:solidFill>
                  </a:tcPr>
                </a:tc>
                <a:extLst>
                  <a:ext uri="{0D108BD9-81ED-4DB2-BD59-A6C34878D82A}">
                    <a16:rowId xmlns:a16="http://schemas.microsoft.com/office/drawing/2014/main" val="306691904"/>
                  </a:ext>
                </a:extLst>
              </a:tr>
              <a:tr h="457200">
                <a:tc>
                  <a:txBody>
                    <a:bodyPr/>
                    <a:lstStyle/>
                    <a:p>
                      <a:r>
                        <a:rPr lang="en-US" sz="2200" dirty="0">
                          <a:latin typeface="Arial" panose="020B0604020202020204" pitchFamily="34" charset="0"/>
                          <a:cs typeface="Arial" panose="020B0604020202020204" pitchFamily="34" charset="0"/>
                        </a:rPr>
                        <a:t>1. General Housekeeping</a:t>
                      </a:r>
                    </a:p>
                  </a:txBody>
                  <a:tcPr anchor="ctr"/>
                </a:tc>
                <a:tc>
                  <a:txBody>
                    <a:bodyPr/>
                    <a:lstStyle/>
                    <a:p>
                      <a:pPr algn="ctr"/>
                      <a:r>
                        <a:rPr lang="en-US" sz="2200" dirty="0">
                          <a:latin typeface="Arial" panose="020B0604020202020204" pitchFamily="34" charset="0"/>
                          <a:cs typeface="Arial" panose="020B0604020202020204" pitchFamily="34" charset="0"/>
                        </a:rPr>
                        <a:t>3</a:t>
                      </a:r>
                    </a:p>
                  </a:txBody>
                  <a:tcPr anchor="ctr"/>
                </a:tc>
                <a:extLst>
                  <a:ext uri="{0D108BD9-81ED-4DB2-BD59-A6C34878D82A}">
                    <a16:rowId xmlns:a16="http://schemas.microsoft.com/office/drawing/2014/main" val="1602567444"/>
                  </a:ext>
                </a:extLst>
              </a:tr>
              <a:tr h="457200">
                <a:tc>
                  <a:txBody>
                    <a:bodyPr/>
                    <a:lstStyle/>
                    <a:p>
                      <a:r>
                        <a:rPr lang="en-US" sz="2200" dirty="0">
                          <a:latin typeface="Arial" panose="020B0604020202020204" pitchFamily="34" charset="0"/>
                          <a:cs typeface="Arial" panose="020B0604020202020204" pitchFamily="34" charset="0"/>
                        </a:rPr>
                        <a:t>2. Task Overviews</a:t>
                      </a:r>
                    </a:p>
                  </a:txBody>
                  <a:tcPr anchor="ctr"/>
                </a:tc>
                <a:tc>
                  <a:txBody>
                    <a:bodyPr/>
                    <a:lstStyle/>
                    <a:p>
                      <a:pPr algn="ctr"/>
                      <a:r>
                        <a:rPr lang="en-US" sz="2200" dirty="0">
                          <a:latin typeface="Arial" panose="020B0604020202020204" pitchFamily="34" charset="0"/>
                          <a:cs typeface="Arial" panose="020B0604020202020204" pitchFamily="34" charset="0"/>
                        </a:rPr>
                        <a:t>4</a:t>
                      </a:r>
                    </a:p>
                  </a:txBody>
                  <a:tcPr anchor="ctr"/>
                </a:tc>
                <a:extLst>
                  <a:ext uri="{0D108BD9-81ED-4DB2-BD59-A6C34878D82A}">
                    <a16:rowId xmlns:a16="http://schemas.microsoft.com/office/drawing/2014/main" val="1591215688"/>
                  </a:ext>
                </a:extLst>
              </a:tr>
              <a:tr h="457200">
                <a:tc>
                  <a:txBody>
                    <a:bodyPr/>
                    <a:lstStyle/>
                    <a:p>
                      <a:r>
                        <a:rPr lang="en-US" sz="2200" dirty="0">
                          <a:latin typeface="Arial" panose="020B0604020202020204" pitchFamily="34" charset="0"/>
                          <a:cs typeface="Arial" panose="020B0604020202020204" pitchFamily="34" charset="0"/>
                        </a:rPr>
                        <a:t>3. Goal Output</a:t>
                      </a:r>
                    </a:p>
                  </a:txBody>
                  <a:tcPr anchor="ctr"/>
                </a:tc>
                <a:tc>
                  <a:txBody>
                    <a:bodyPr/>
                    <a:lstStyle/>
                    <a:p>
                      <a:pPr algn="ctr"/>
                      <a:r>
                        <a:rPr lang="en-US" sz="2200" dirty="0">
                          <a:latin typeface="Arial" panose="020B0604020202020204" pitchFamily="34" charset="0"/>
                          <a:cs typeface="Arial" panose="020B0604020202020204" pitchFamily="34" charset="0"/>
                        </a:rPr>
                        <a:t>5</a:t>
                      </a:r>
                    </a:p>
                  </a:txBody>
                  <a:tcPr anchor="ctr"/>
                </a:tc>
                <a:extLst>
                  <a:ext uri="{0D108BD9-81ED-4DB2-BD59-A6C34878D82A}">
                    <a16:rowId xmlns:a16="http://schemas.microsoft.com/office/drawing/2014/main" val="2183146390"/>
                  </a:ext>
                </a:extLst>
              </a:tr>
              <a:tr h="457200">
                <a:tc>
                  <a:txBody>
                    <a:bodyPr/>
                    <a:lstStyle/>
                    <a:p>
                      <a:r>
                        <a:rPr lang="en-US" sz="2200" dirty="0">
                          <a:latin typeface="Arial" panose="020B0604020202020204" pitchFamily="34" charset="0"/>
                          <a:cs typeface="Arial" panose="020B0604020202020204" pitchFamily="34" charset="0"/>
                        </a:rPr>
                        <a:t>4. Course Format Note</a:t>
                      </a:r>
                    </a:p>
                  </a:txBody>
                  <a:tcPr anchor="ctr"/>
                </a:tc>
                <a:tc>
                  <a:txBody>
                    <a:bodyPr/>
                    <a:lstStyle/>
                    <a:p>
                      <a:pPr algn="ctr"/>
                      <a:r>
                        <a:rPr lang="en-US" sz="2200" dirty="0">
                          <a:latin typeface="Arial" panose="020B0604020202020204" pitchFamily="34" charset="0"/>
                          <a:cs typeface="Arial" panose="020B0604020202020204" pitchFamily="34" charset="0"/>
                        </a:rPr>
                        <a:t>6</a:t>
                      </a:r>
                    </a:p>
                  </a:txBody>
                  <a:tcPr anchor="ctr"/>
                </a:tc>
                <a:extLst>
                  <a:ext uri="{0D108BD9-81ED-4DB2-BD59-A6C34878D82A}">
                    <a16:rowId xmlns:a16="http://schemas.microsoft.com/office/drawing/2014/main" val="3256377721"/>
                  </a:ext>
                </a:extLst>
              </a:tr>
              <a:tr h="457200">
                <a:tc>
                  <a:txBody>
                    <a:bodyPr/>
                    <a:lstStyle/>
                    <a:p>
                      <a:r>
                        <a:rPr lang="en-US" sz="2200" dirty="0">
                          <a:latin typeface="Arial" panose="020B0604020202020204" pitchFamily="34" charset="0"/>
                          <a:cs typeface="Arial" panose="020B0604020202020204" pitchFamily="34" charset="0"/>
                        </a:rPr>
                        <a:t>5. GitHub Overview</a:t>
                      </a:r>
                    </a:p>
                  </a:txBody>
                  <a:tcPr anchor="ctr"/>
                </a:tc>
                <a:tc>
                  <a:txBody>
                    <a:bodyPr/>
                    <a:lstStyle/>
                    <a:p>
                      <a:pPr algn="ctr"/>
                      <a:r>
                        <a:rPr lang="en-US" sz="2200" dirty="0">
                          <a:latin typeface="Arial" panose="020B0604020202020204" pitchFamily="34" charset="0"/>
                          <a:cs typeface="Arial" panose="020B0604020202020204" pitchFamily="34" charset="0"/>
                        </a:rPr>
                        <a:t>7–13</a:t>
                      </a:r>
                    </a:p>
                  </a:txBody>
                  <a:tcPr anchor="ctr"/>
                </a:tc>
                <a:extLst>
                  <a:ext uri="{0D108BD9-81ED-4DB2-BD59-A6C34878D82A}">
                    <a16:rowId xmlns:a16="http://schemas.microsoft.com/office/drawing/2014/main" val="2473875425"/>
                  </a:ext>
                </a:extLst>
              </a:tr>
              <a:tr h="457200">
                <a:tc>
                  <a:txBody>
                    <a:bodyPr/>
                    <a:lstStyle/>
                    <a:p>
                      <a:r>
                        <a:rPr lang="en-US" sz="2200" dirty="0">
                          <a:latin typeface="Arial" panose="020B0604020202020204" pitchFamily="34" charset="0"/>
                          <a:cs typeface="Arial" panose="020B0604020202020204" pitchFamily="34" charset="0"/>
                        </a:rPr>
                        <a:t>6. Activity: Forking GitHub</a:t>
                      </a:r>
                    </a:p>
                  </a:txBody>
                  <a:tcPr anchor="ctr"/>
                </a:tc>
                <a:tc>
                  <a:txBody>
                    <a:bodyPr/>
                    <a:lstStyle/>
                    <a:p>
                      <a:pPr algn="ctr"/>
                      <a:r>
                        <a:rPr lang="en-US" sz="2200" dirty="0">
                          <a:latin typeface="Arial" panose="020B0604020202020204" pitchFamily="34" charset="0"/>
                          <a:cs typeface="Arial" panose="020B0604020202020204" pitchFamily="34" charset="0"/>
                        </a:rPr>
                        <a:t>14–20</a:t>
                      </a:r>
                    </a:p>
                  </a:txBody>
                  <a:tcPr anchor="ctr"/>
                </a:tc>
                <a:extLst>
                  <a:ext uri="{0D108BD9-81ED-4DB2-BD59-A6C34878D82A}">
                    <a16:rowId xmlns:a16="http://schemas.microsoft.com/office/drawing/2014/main" val="3830917453"/>
                  </a:ext>
                </a:extLst>
              </a:tr>
              <a:tr h="457200">
                <a:tc>
                  <a:txBody>
                    <a:bodyPr/>
                    <a:lstStyle/>
                    <a:p>
                      <a:r>
                        <a:rPr lang="en-US" sz="2200" dirty="0">
                          <a:latin typeface="Arial" panose="020B0604020202020204" pitchFamily="34" charset="0"/>
                          <a:cs typeface="Arial" panose="020B0604020202020204" pitchFamily="34" charset="0"/>
                        </a:rPr>
                        <a:t>7. Exploring the Lab Materials Folder</a:t>
                      </a:r>
                    </a:p>
                  </a:txBody>
                  <a:tcPr anchor="ctr"/>
                </a:tc>
                <a:tc>
                  <a:txBody>
                    <a:bodyPr/>
                    <a:lstStyle/>
                    <a:p>
                      <a:pPr algn="ctr"/>
                      <a:r>
                        <a:rPr lang="en-US" sz="2200" dirty="0">
                          <a:latin typeface="Arial" panose="020B0604020202020204" pitchFamily="34" charset="0"/>
                          <a:cs typeface="Arial" panose="020B0604020202020204" pitchFamily="34" charset="0"/>
                        </a:rPr>
                        <a:t>21–23</a:t>
                      </a:r>
                    </a:p>
                  </a:txBody>
                  <a:tcPr anchor="ctr"/>
                </a:tc>
                <a:extLst>
                  <a:ext uri="{0D108BD9-81ED-4DB2-BD59-A6C34878D82A}">
                    <a16:rowId xmlns:a16="http://schemas.microsoft.com/office/drawing/2014/main" val="3122077556"/>
                  </a:ext>
                </a:extLst>
              </a:tr>
              <a:tr h="457200">
                <a:tc>
                  <a:txBody>
                    <a:bodyPr/>
                    <a:lstStyle/>
                    <a:p>
                      <a:r>
                        <a:rPr lang="en-US" sz="2200" dirty="0">
                          <a:latin typeface="Arial" panose="020B0604020202020204" pitchFamily="34" charset="0"/>
                          <a:cs typeface="Arial" panose="020B0604020202020204" pitchFamily="34" charset="0"/>
                        </a:rPr>
                        <a:t>8. Exploring the USE-ME Folder</a:t>
                      </a:r>
                    </a:p>
                  </a:txBody>
                  <a:tcPr anchor="ctr"/>
                </a:tc>
                <a:tc>
                  <a:txBody>
                    <a:bodyPr/>
                    <a:lstStyle/>
                    <a:p>
                      <a:pPr algn="ctr"/>
                      <a:r>
                        <a:rPr lang="en-US" sz="2200" dirty="0">
                          <a:latin typeface="Arial" panose="020B0604020202020204" pitchFamily="34" charset="0"/>
                          <a:cs typeface="Arial" panose="020B0604020202020204" pitchFamily="34" charset="0"/>
                        </a:rPr>
                        <a:t>24–27</a:t>
                      </a:r>
                    </a:p>
                  </a:txBody>
                  <a:tcPr anchor="ctr"/>
                </a:tc>
                <a:extLst>
                  <a:ext uri="{0D108BD9-81ED-4DB2-BD59-A6C34878D82A}">
                    <a16:rowId xmlns:a16="http://schemas.microsoft.com/office/drawing/2014/main" val="2944636894"/>
                  </a:ext>
                </a:extLst>
              </a:tr>
            </a:tbl>
          </a:graphicData>
        </a:graphic>
      </p:graphicFrame>
    </p:spTree>
    <p:extLst>
      <p:ext uri="{BB962C8B-B14F-4D97-AF65-F5344CB8AC3E}">
        <p14:creationId xmlns:p14="http://schemas.microsoft.com/office/powerpoint/2010/main" val="1345151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indicates that it is </a:t>
            </a:r>
            <a:r>
              <a:rPr lang="en-US" sz="2500" b="1" dirty="0">
                <a:latin typeface="Arial" panose="020B0604020202020204" pitchFamily="34" charset="0"/>
                <a:cs typeface="Arial" panose="020B0604020202020204" pitchFamily="34" charset="0"/>
              </a:rPr>
              <a:t>time to complete a hands-on activity</a:t>
            </a:r>
            <a:r>
              <a:rPr lang="en-US" sz="2500" dirty="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26315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D024-0750-4088-A4B4-64B56225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904A8-1BC0-BEF9-D316-657EC87DADA4}"/>
              </a:ext>
            </a:extLst>
          </p:cNvPr>
          <p:cNvSpPr>
            <a:spLocks noGrp="1"/>
          </p:cNvSpPr>
          <p:nvPr>
            <p:ph type="title"/>
          </p:nvPr>
        </p:nvSpPr>
        <p:spPr>
          <a:xfrm>
            <a:off x="1203960" y="8000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Overviews</a:t>
            </a:r>
            <a:endParaRPr lang="en-US" dirty="0"/>
          </a:p>
        </p:txBody>
      </p:sp>
      <p:graphicFrame>
        <p:nvGraphicFramePr>
          <p:cNvPr id="7" name="Table 6">
            <a:extLst>
              <a:ext uri="{FF2B5EF4-FFF2-40B4-BE49-F238E27FC236}">
                <a16:creationId xmlns:a16="http://schemas.microsoft.com/office/drawing/2014/main" id="{739EE78A-44FA-685D-EC14-5A698DE5A063}"/>
              </a:ext>
            </a:extLst>
          </p:cNvPr>
          <p:cNvGraphicFramePr>
            <a:graphicFrameLocks noGrp="1"/>
          </p:cNvGraphicFramePr>
          <p:nvPr>
            <p:extLst>
              <p:ext uri="{D42A27DB-BD31-4B8C-83A1-F6EECF244321}">
                <p14:modId xmlns:p14="http://schemas.microsoft.com/office/powerpoint/2010/main" val="401967664"/>
              </p:ext>
            </p:extLst>
          </p:nvPr>
        </p:nvGraphicFramePr>
        <p:xfrm>
          <a:off x="472439" y="1500453"/>
          <a:ext cx="11247121" cy="2103437"/>
        </p:xfrm>
        <a:graphic>
          <a:graphicData uri="http://schemas.openxmlformats.org/drawingml/2006/table">
            <a:tbl>
              <a:tblPr firstRow="1" bandRow="1">
                <a:tableStyleId>{5940675A-B579-460E-94D1-54222C63F5DA}</a:tableStyleId>
              </a:tblPr>
              <a:tblGrid>
                <a:gridCol w="2800350">
                  <a:extLst>
                    <a:ext uri="{9D8B030D-6E8A-4147-A177-3AD203B41FA5}">
                      <a16:colId xmlns:a16="http://schemas.microsoft.com/office/drawing/2014/main" val="20000"/>
                    </a:ext>
                  </a:extLst>
                </a:gridCol>
                <a:gridCol w="8446771">
                  <a:extLst>
                    <a:ext uri="{9D8B030D-6E8A-4147-A177-3AD203B41FA5}">
                      <a16:colId xmlns:a16="http://schemas.microsoft.com/office/drawing/2014/main" val="20001"/>
                    </a:ext>
                  </a:extLst>
                </a:gridCol>
              </a:tblGrid>
              <a:tr h="518790">
                <a:tc>
                  <a:txBody>
                    <a:bodyPr/>
                    <a:lstStyle/>
                    <a:p>
                      <a:pPr algn="ctr"/>
                      <a:r>
                        <a:rPr lang="en-US" sz="2000" b="1" dirty="0">
                          <a:latin typeface="Arial" panose="020B0604020202020204" pitchFamily="34" charset="0"/>
                          <a:cs typeface="Arial" panose="020B0604020202020204" pitchFamily="34" charset="0"/>
                        </a:rPr>
                        <a:t>Task</a:t>
                      </a:r>
                    </a:p>
                  </a:txBody>
                  <a:tcPr anchor="ctr">
                    <a:solidFill>
                      <a:schemeClr val="bg1">
                        <a:lumMod val="95000"/>
                      </a:schemeClr>
                    </a:solidFill>
                  </a:tcPr>
                </a:tc>
                <a:tc>
                  <a:txBody>
                    <a:bodyPr/>
                    <a:lstStyle/>
                    <a:p>
                      <a:pPr algn="ctr"/>
                      <a:r>
                        <a:rPr lang="en-US" sz="20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1584647">
                <a:tc>
                  <a:txBody>
                    <a:bodyPr/>
                    <a:lstStyle/>
                    <a:p>
                      <a:pPr algn="ctr"/>
                      <a:r>
                        <a:rPr lang="en-US" sz="2200" b="1" i="0" dirty="0">
                          <a:solidFill>
                            <a:schemeClr val="accent2"/>
                          </a:solidFill>
                          <a:latin typeface="Arial" panose="020B0604020202020204" pitchFamily="34" charset="0"/>
                          <a:cs typeface="Arial" panose="020B0604020202020204" pitchFamily="34" charset="0"/>
                        </a:rPr>
                        <a:t>Task 1:</a:t>
                      </a:r>
                      <a:r>
                        <a:rPr lang="en-US" sz="2200" i="0" dirty="0">
                          <a:latin typeface="Arial" panose="020B0604020202020204" pitchFamily="34" charset="0"/>
                          <a:cs typeface="Arial" panose="020B0604020202020204" pitchFamily="34" charset="0"/>
                        </a:rPr>
                        <a:t> Forking GitHub</a:t>
                      </a:r>
                    </a:p>
                  </a:txBody>
                  <a:tcPr anchor="ctr"/>
                </a:tc>
                <a:tc>
                  <a:txBody>
                    <a:bodyPr/>
                    <a:lstStyle/>
                    <a:p>
                      <a:pPr algn="ctr"/>
                      <a:r>
                        <a:rPr lang="en-US" sz="2200" dirty="0">
                          <a:latin typeface="Arial" panose="020B0604020202020204" pitchFamily="34" charset="0"/>
                          <a:cs typeface="Arial" panose="020B0604020202020204" pitchFamily="34" charset="0"/>
                        </a:rPr>
                        <a:t>We will walk through how to </a:t>
                      </a:r>
                      <a:r>
                        <a:rPr lang="en-US" sz="2200" b="1" dirty="0">
                          <a:solidFill>
                            <a:schemeClr val="accent2"/>
                          </a:solidFill>
                          <a:latin typeface="Arial" panose="020B0604020202020204" pitchFamily="34" charset="0"/>
                          <a:cs typeface="Arial" panose="020B0604020202020204" pitchFamily="34" charset="0"/>
                        </a:rPr>
                        <a:t>fork the course repository</a:t>
                      </a:r>
                      <a:r>
                        <a:rPr lang="en-US" sz="2200" dirty="0">
                          <a:latin typeface="Arial" panose="020B0604020202020204" pitchFamily="34" charset="0"/>
                          <a:cs typeface="Arial" panose="020B0604020202020204" pitchFamily="34" charset="0"/>
                        </a:rPr>
                        <a:t> on GitHub to create your own personal copy. </a:t>
                      </a:r>
                      <a:r>
                        <a:rPr lang="en-US" sz="2200" u="sng" dirty="0">
                          <a:latin typeface="Arial" panose="020B0604020202020204" pitchFamily="34" charset="0"/>
                          <a:cs typeface="Arial" panose="020B0604020202020204" pitchFamily="34" charset="0"/>
                        </a:rPr>
                        <a:t>You will</a:t>
                      </a:r>
                      <a:r>
                        <a:rPr lang="en-US" sz="2200" dirty="0">
                          <a:latin typeface="Arial" panose="020B0604020202020204" pitchFamily="34" charset="0"/>
                          <a:cs typeface="Arial" panose="020B0604020202020204" pitchFamily="34" charset="0"/>
                        </a:rPr>
                        <a:t> create the fork, navigate to it, and open it so it’s ready to work in during the lab. </a:t>
                      </a:r>
                    </a:p>
                  </a:txBody>
                  <a:tcPr anchor="ctr"/>
                </a:tc>
                <a:extLst>
                  <a:ext uri="{0D108BD9-81ED-4DB2-BD59-A6C34878D82A}">
                    <a16:rowId xmlns:a16="http://schemas.microsoft.com/office/drawing/2014/main" val="10001"/>
                  </a:ext>
                </a:extLst>
              </a:tr>
            </a:tbl>
          </a:graphicData>
        </a:graphic>
      </p:graphicFrame>
      <p:pic>
        <p:nvPicPr>
          <p:cNvPr id="3" name="Graphic 2" descr="Presentation with pie chart with solid fill">
            <a:extLst>
              <a:ext uri="{FF2B5EF4-FFF2-40B4-BE49-F238E27FC236}">
                <a16:creationId xmlns:a16="http://schemas.microsoft.com/office/drawing/2014/main" id="{7ADB0E6B-AEF9-C0F2-3B56-FC08E8CE6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87474" y="203984"/>
            <a:ext cx="1009031" cy="1009031"/>
          </a:xfrm>
          <a:prstGeom prst="rect">
            <a:avLst/>
          </a:prstGeom>
        </p:spPr>
      </p:pic>
    </p:spTree>
    <p:extLst>
      <p:ext uri="{BB962C8B-B14F-4D97-AF65-F5344CB8AC3E}">
        <p14:creationId xmlns:p14="http://schemas.microsoft.com/office/powerpoint/2010/main" val="1669003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441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Goal Output</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405408"/>
            <a:ext cx="10515600" cy="1656868"/>
          </a:xfrm>
          <a:prstGeom prst="rect">
            <a:avLst/>
          </a:prstGeom>
          <a:noFill/>
        </p:spPr>
        <p:txBody>
          <a:bodyPr wrap="square" rtlCol="0">
            <a:noAutofit/>
          </a:bodyPr>
          <a:lstStyle/>
          <a:p>
            <a:pPr algn="ctr"/>
            <a:r>
              <a:rPr lang="en-US" sz="2500" dirty="0">
                <a:latin typeface="Arial" panose="020B0604020202020204" pitchFamily="34" charset="0"/>
                <a:cs typeface="Arial" panose="020B0604020202020204" pitchFamily="34" charset="0"/>
              </a:rPr>
              <a:t>From the activity (see previous slide), you should get your own </a:t>
            </a:r>
            <a:r>
              <a:rPr lang="en-US" sz="2500" b="1" dirty="0">
                <a:solidFill>
                  <a:schemeClr val="accent2"/>
                </a:solidFill>
                <a:latin typeface="Arial" panose="020B0604020202020204" pitchFamily="34" charset="0"/>
                <a:cs typeface="Arial" panose="020B0604020202020204" pitchFamily="34" charset="0"/>
              </a:rPr>
              <a:t>fork</a:t>
            </a:r>
            <a:r>
              <a:rPr lang="en-US" sz="2500" dirty="0">
                <a:latin typeface="Arial" panose="020B0604020202020204" pitchFamily="34" charset="0"/>
                <a:cs typeface="Arial" panose="020B0604020202020204" pitchFamily="34" charset="0"/>
              </a:rPr>
              <a:t> of the lab’s </a:t>
            </a:r>
            <a:r>
              <a:rPr lang="en-US" sz="2500" b="1" dirty="0">
                <a:solidFill>
                  <a:schemeClr val="accent2"/>
                </a:solidFill>
                <a:latin typeface="Arial" panose="020B0604020202020204" pitchFamily="34" charset="0"/>
                <a:cs typeface="Arial" panose="020B0604020202020204" pitchFamily="34" charset="0"/>
              </a:rPr>
              <a:t>GitHub repository</a:t>
            </a:r>
            <a:r>
              <a:rPr lang="en-US" sz="2500" dirty="0">
                <a:latin typeface="Arial" panose="020B0604020202020204" pitchFamily="34" charset="0"/>
                <a:cs typeface="Arial" panose="020B0604020202020204" pitchFamily="34" charset="0"/>
              </a:rPr>
              <a:t> — a personal copy of the course repo hosted under your own GitHub account. By the end, your fork will be ready to open and work in during the lab. </a:t>
            </a:r>
          </a:p>
        </p:txBody>
      </p:sp>
      <p:graphicFrame>
        <p:nvGraphicFramePr>
          <p:cNvPr id="7" name="Table 6"/>
          <p:cNvGraphicFramePr>
            <a:graphicFrameLocks noGrp="1"/>
          </p:cNvGraphicFramePr>
          <p:nvPr>
            <p:extLst>
              <p:ext uri="{D42A27DB-BD31-4B8C-83A1-F6EECF244321}">
                <p14:modId xmlns:p14="http://schemas.microsoft.com/office/powerpoint/2010/main" val="2383168361"/>
              </p:ext>
            </p:extLst>
          </p:nvPr>
        </p:nvGraphicFramePr>
        <p:xfrm>
          <a:off x="774700" y="3450147"/>
          <a:ext cx="10642600" cy="1285240"/>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370840">
                <a:tc>
                  <a:txBody>
                    <a:bodyPr/>
                    <a:lstStyle/>
                    <a:p>
                      <a:pPr algn="ctr"/>
                      <a:r>
                        <a:rPr lang="en-US" sz="18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18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370840">
                <a:tc>
                  <a:txBody>
                    <a:bodyPr/>
                    <a:lstStyle/>
                    <a:p>
                      <a:pPr algn="ctr"/>
                      <a:r>
                        <a:rPr lang="en-US" sz="1800" b="0" i="1" dirty="0">
                          <a:latin typeface="Arial" panose="020B0604020202020204" pitchFamily="34" charset="0"/>
                          <a:cs typeface="Arial" panose="020B0604020202020204" pitchFamily="34" charset="0"/>
                        </a:rPr>
                        <a:t>Your fork — github.com/your-username/course-repo</a:t>
                      </a:r>
                    </a:p>
                  </a:txBody>
                  <a:tcPr anchor="ctr">
                    <a:solidFill>
                      <a:schemeClr val="bg1"/>
                    </a:solidFill>
                  </a:tcPr>
                </a:tc>
                <a:tc>
                  <a:txBody>
                    <a:bodyPr/>
                    <a:lstStyle/>
                    <a:p>
                      <a:pPr algn="ctr"/>
                      <a:r>
                        <a:rPr lang="en-US" sz="1800" b="1" dirty="0">
                          <a:latin typeface="Arial" panose="020B0604020202020204" pitchFamily="34" charset="0"/>
                          <a:cs typeface="Arial" panose="020B0604020202020204" pitchFamily="34" charset="0"/>
                        </a:rPr>
                        <a:t>A personal copy of the lab’s GitHub repository </a:t>
                      </a:r>
                      <a:r>
                        <a:rPr lang="en-US" sz="1800" b="0" dirty="0">
                          <a:latin typeface="Arial" panose="020B0604020202020204" pitchFamily="34" charset="0"/>
                          <a:cs typeface="Arial" panose="020B0604020202020204" pitchFamily="34" charset="0"/>
                        </a:rPr>
                        <a:t>saved under your own GitHub account, which you fully control — browse files, make changes, and open pull requests throughout the lab.</a:t>
                      </a:r>
                    </a:p>
                  </a:txBody>
                  <a:tcPr anchor="ctr">
                    <a:solidFill>
                      <a:schemeClr val="bg1"/>
                    </a:solidFill>
                  </a:tcPr>
                </a:tc>
                <a:extLst>
                  <a:ext uri="{0D108BD9-81ED-4DB2-BD59-A6C34878D82A}">
                    <a16:rowId xmlns:a16="http://schemas.microsoft.com/office/drawing/2014/main" val="344917451"/>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505" y="79845"/>
            <a:ext cx="1009031" cy="1009031"/>
          </a:xfrm>
          <a:prstGeom prst="rect">
            <a:avLst/>
          </a:prstGeom>
        </p:spPr>
      </p:pic>
    </p:spTree>
    <p:extLst>
      <p:ext uri="{BB962C8B-B14F-4D97-AF65-F5344CB8AC3E}">
        <p14:creationId xmlns:p14="http://schemas.microsoft.com/office/powerpoint/2010/main" val="403596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9E4184-A140-C2C2-7652-007FE005B81F}"/>
              </a:ext>
            </a:extLst>
          </p:cNvPr>
          <p:cNvSpPr>
            <a:spLocks noGrp="1"/>
          </p:cNvSpPr>
          <p:nvPr>
            <p:ph idx="1"/>
          </p:nvPr>
        </p:nvSpPr>
        <p:spPr>
          <a:xfrm>
            <a:off x="838200" y="1253331"/>
            <a:ext cx="10515600" cy="4351338"/>
          </a:xfrm>
        </p:spPr>
        <p:txBody>
          <a:bodyPr>
            <a:normAutofit/>
          </a:bodyPr>
          <a:lstStyle/>
          <a:p>
            <a:pPr marL="0" indent="0" algn="ctr">
              <a:lnSpc>
                <a:spcPct val="100000"/>
              </a:lnSpc>
              <a:buNone/>
            </a:pPr>
            <a:r>
              <a:rPr lang="en-US" sz="3200" b="1" dirty="0">
                <a:solidFill>
                  <a:srgbClr val="7030A0"/>
                </a:solidFill>
                <a:latin typeface="Arial" panose="020B0604020202020204" pitchFamily="34" charset="0"/>
                <a:cs typeface="Arial" panose="020B0604020202020204" pitchFamily="34" charset="0"/>
              </a:rPr>
              <a:t>A quick note before we dive in:</a:t>
            </a:r>
            <a:r>
              <a:rPr lang="en-US" sz="3200" dirty="0">
                <a:solidFill>
                  <a:srgbClr val="7030A0"/>
                </a:solidFill>
                <a:latin typeface="Arial" panose="020B0604020202020204" pitchFamily="34" charset="0"/>
                <a:cs typeface="Arial" panose="020B0604020202020204" pitchFamily="34" charset="0"/>
              </a:rPr>
              <a:t> This is an AI course — not an intro to GitHub. The tools we'll touch on are just that: tools, meant to support the real work, which is your modeling. We'll give you enough to feel confident and keep moving. And if you hit a snag along the way, don't worry — this is just a small piece of the picture, not the focus. If something sparks your curiosity or you want to go further, our door is always open.</a:t>
            </a:r>
            <a:endParaRPr lang="en-US" sz="3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1146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A2F21-7B35-A8EE-D32F-B73054ABF4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40F767B-87B2-CE29-6066-B647B088C4EF}"/>
              </a:ext>
            </a:extLst>
          </p:cNvPr>
          <p:cNvSpPr/>
          <p:nvPr/>
        </p:nvSpPr>
        <p:spPr>
          <a:xfrm>
            <a:off x="914400" y="3002280"/>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GitHub Overview</a:t>
            </a:r>
            <a:endParaRPr lang="en-US" sz="4267"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7886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14400" y="182880"/>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What Is GitHub?</a:t>
            </a:r>
            <a:endParaRPr lang="en-US" sz="4267" dirty="0">
              <a:solidFill>
                <a:srgbClr val="7030A0"/>
              </a:solidFill>
              <a:latin typeface="Arial" panose="020B0604020202020204" pitchFamily="34" charset="0"/>
              <a:cs typeface="Arial" panose="020B0604020202020204" pitchFamily="34" charset="0"/>
            </a:endParaRPr>
          </a:p>
        </p:txBody>
      </p:sp>
      <p:sp>
        <p:nvSpPr>
          <p:cNvPr id="3" name="Text 1"/>
          <p:cNvSpPr/>
          <p:nvPr/>
        </p:nvSpPr>
        <p:spPr>
          <a:xfrm>
            <a:off x="552449" y="1379220"/>
            <a:ext cx="11001375" cy="853440"/>
          </a:xfrm>
          <a:prstGeom prst="rect">
            <a:avLst/>
          </a:prstGeom>
          <a:noFill/>
          <a:ln/>
        </p:spPr>
        <p:txBody>
          <a:bodyPr wrap="square" lIns="0" tIns="0" rIns="0" bIns="0" rtlCol="0" anchor="ctr"/>
          <a:lstStyle/>
          <a:p>
            <a:pPr algn="ctr"/>
            <a:r>
              <a:rPr lang="en-US" sz="2300" dirty="0">
                <a:solidFill>
                  <a:srgbClr val="334155"/>
                </a:solidFill>
                <a:latin typeface="Arial" panose="020B0604020202020204" pitchFamily="34" charset="0"/>
                <a:ea typeface="Calibri" pitchFamily="34" charset="-122"/>
                <a:cs typeface="Arial" panose="020B0604020202020204" pitchFamily="34" charset="0"/>
              </a:rPr>
              <a:t>GitHub is a platform for storing, sharing, and collaborating on code and files. Think of it as a shared folder in the cloud — but with version history, quality checks, and structure.</a:t>
            </a:r>
            <a:endParaRPr lang="en-US" sz="2300" dirty="0">
              <a:latin typeface="Arial" panose="020B0604020202020204" pitchFamily="34" charset="0"/>
              <a:cs typeface="Arial" panose="020B0604020202020204" pitchFamily="34" charset="0"/>
            </a:endParaRPr>
          </a:p>
        </p:txBody>
      </p:sp>
      <p:sp>
        <p:nvSpPr>
          <p:cNvPr id="4" name="Shape 2"/>
          <p:cNvSpPr/>
          <p:nvPr/>
        </p:nvSpPr>
        <p:spPr>
          <a:xfrm>
            <a:off x="552450" y="2670810"/>
            <a:ext cx="5120640" cy="1524000"/>
          </a:xfrm>
          <a:prstGeom prst="rect">
            <a:avLst/>
          </a:prstGeom>
          <a:solidFill>
            <a:srgbClr val="F8FAFC"/>
          </a:solidFill>
          <a:ln/>
          <a:effectLst>
            <a:outerShdw blurRad="50800" dist="25400" dir="8100000" algn="bl" rotWithShape="0">
              <a:srgbClr val="000000">
                <a:alpha val="10000"/>
              </a:srgbClr>
            </a:outerShdw>
          </a:effectLst>
        </p:spPr>
        <p:txBody>
          <a:bodyPr/>
          <a:lstStyle/>
          <a:p>
            <a:endParaRPr lang="en-US" sz="2400" dirty="0"/>
          </a:p>
        </p:txBody>
      </p:sp>
      <p:pic>
        <p:nvPicPr>
          <p:cNvPr id="5" name="Image 0" descr="preencoded.png"/>
          <p:cNvPicPr>
            <a:picLocks noChangeAspect="1"/>
          </p:cNvPicPr>
          <p:nvPr/>
        </p:nvPicPr>
        <p:blipFill>
          <a:blip r:embed="rId3"/>
          <a:stretch>
            <a:fillRect/>
          </a:stretch>
        </p:blipFill>
        <p:spPr>
          <a:xfrm>
            <a:off x="777240" y="3112770"/>
            <a:ext cx="640080" cy="640080"/>
          </a:xfrm>
          <a:prstGeom prst="rect">
            <a:avLst/>
          </a:prstGeom>
        </p:spPr>
      </p:pic>
      <p:sp>
        <p:nvSpPr>
          <p:cNvPr id="6" name="Text 3"/>
          <p:cNvSpPr/>
          <p:nvPr/>
        </p:nvSpPr>
        <p:spPr>
          <a:xfrm>
            <a:off x="1642110" y="2811780"/>
            <a:ext cx="3901440" cy="426720"/>
          </a:xfrm>
          <a:prstGeom prst="rect">
            <a:avLst/>
          </a:prstGeom>
          <a:noFill/>
          <a:ln/>
        </p:spPr>
        <p:txBody>
          <a:bodyPr wrap="square" lIns="0" tIns="0" rIns="0" bIns="0" rtlCol="0" anchor="ctr"/>
          <a:lstStyle/>
          <a:p>
            <a:r>
              <a:rPr lang="en-US" sz="2133" b="1" dirty="0">
                <a:solidFill>
                  <a:srgbClr val="1A1A2E"/>
                </a:solidFill>
                <a:latin typeface="Arial" panose="020B0604020202020204" pitchFamily="34" charset="0"/>
                <a:ea typeface="Trebuchet MS" pitchFamily="34" charset="-122"/>
                <a:cs typeface="Arial" panose="020B0604020202020204" pitchFamily="34" charset="0"/>
              </a:rPr>
              <a:t>Repository</a:t>
            </a:r>
            <a:endParaRPr lang="en-US" sz="2133" dirty="0">
              <a:latin typeface="Arial" panose="020B0604020202020204" pitchFamily="34" charset="0"/>
              <a:cs typeface="Arial" panose="020B0604020202020204" pitchFamily="34" charset="0"/>
            </a:endParaRPr>
          </a:p>
        </p:txBody>
      </p:sp>
      <p:sp>
        <p:nvSpPr>
          <p:cNvPr id="7" name="Text 4"/>
          <p:cNvSpPr/>
          <p:nvPr/>
        </p:nvSpPr>
        <p:spPr>
          <a:xfrm>
            <a:off x="1642110" y="3329940"/>
            <a:ext cx="3901440" cy="670560"/>
          </a:xfrm>
          <a:prstGeom prst="rect">
            <a:avLst/>
          </a:prstGeom>
          <a:noFill/>
          <a:ln/>
        </p:spPr>
        <p:txBody>
          <a:bodyPr wrap="square" lIns="0" tIns="0" rIns="0" bIns="0" rtlCol="0" anchor="ctr"/>
          <a:lstStyle/>
          <a:p>
            <a:r>
              <a:rPr lang="en-US" sz="1533" dirty="0">
                <a:solidFill>
                  <a:srgbClr val="334155"/>
                </a:solidFill>
                <a:latin typeface="Arial" panose="020B0604020202020204" pitchFamily="34" charset="0"/>
                <a:ea typeface="Calibri" pitchFamily="34" charset="-122"/>
                <a:cs typeface="Arial" panose="020B0604020202020204" pitchFamily="34" charset="0"/>
              </a:rPr>
              <a:t>A collection of folders on GitHub. Our class has one shared repository, made up of </a:t>
            </a:r>
            <a:r>
              <a:rPr lang="en-US" sz="1533" dirty="0">
                <a:solidFill>
                  <a:srgbClr val="3E4B5E"/>
                </a:solidFill>
                <a:latin typeface="Arial" panose="020B0604020202020204" pitchFamily="34" charset="0"/>
                <a:ea typeface="Calibri" pitchFamily="34" charset="-122"/>
                <a:cs typeface="Arial" panose="020B0604020202020204" pitchFamily="34" charset="0"/>
              </a:rPr>
              <a:t>many</a:t>
            </a:r>
            <a:r>
              <a:rPr lang="en-US" sz="1533" dirty="0">
                <a:solidFill>
                  <a:srgbClr val="334155"/>
                </a:solidFill>
                <a:latin typeface="Arial" panose="020B0604020202020204" pitchFamily="34" charset="0"/>
                <a:ea typeface="Calibri" pitchFamily="34" charset="-122"/>
                <a:cs typeface="Arial" panose="020B0604020202020204" pitchFamily="34" charset="0"/>
              </a:rPr>
              <a:t> folders.</a:t>
            </a:r>
            <a:endParaRPr lang="en-US" sz="1533" dirty="0">
              <a:latin typeface="Arial" panose="020B0604020202020204" pitchFamily="34" charset="0"/>
              <a:cs typeface="Arial" panose="020B0604020202020204" pitchFamily="34" charset="0"/>
            </a:endParaRPr>
          </a:p>
        </p:txBody>
      </p:sp>
      <p:sp>
        <p:nvSpPr>
          <p:cNvPr id="8" name="Shape 5"/>
          <p:cNvSpPr/>
          <p:nvPr/>
        </p:nvSpPr>
        <p:spPr>
          <a:xfrm>
            <a:off x="6433185" y="2670810"/>
            <a:ext cx="5120640" cy="1524000"/>
          </a:xfrm>
          <a:prstGeom prst="rect">
            <a:avLst/>
          </a:prstGeom>
          <a:solidFill>
            <a:srgbClr val="F8FAFC"/>
          </a:solidFill>
          <a:ln/>
          <a:effectLst>
            <a:outerShdw blurRad="50800" dist="25400" dir="8100000" algn="bl" rotWithShape="0">
              <a:srgbClr val="000000">
                <a:alpha val="10000"/>
              </a:srgbClr>
            </a:outerShdw>
          </a:effectLst>
        </p:spPr>
        <p:txBody>
          <a:bodyPr/>
          <a:lstStyle/>
          <a:p>
            <a:endParaRPr lang="en-US" sz="2400" dirty="0"/>
          </a:p>
        </p:txBody>
      </p:sp>
      <p:pic>
        <p:nvPicPr>
          <p:cNvPr id="9" name="Image 1" descr="preencoded.png"/>
          <p:cNvPicPr>
            <a:picLocks noChangeAspect="1"/>
          </p:cNvPicPr>
          <p:nvPr/>
        </p:nvPicPr>
        <p:blipFill>
          <a:blip r:embed="rId4"/>
          <a:stretch>
            <a:fillRect/>
          </a:stretch>
        </p:blipFill>
        <p:spPr>
          <a:xfrm>
            <a:off x="6616065" y="3112770"/>
            <a:ext cx="640080" cy="640080"/>
          </a:xfrm>
          <a:prstGeom prst="rect">
            <a:avLst/>
          </a:prstGeom>
        </p:spPr>
      </p:pic>
      <p:sp>
        <p:nvSpPr>
          <p:cNvPr id="10" name="Text 6"/>
          <p:cNvSpPr/>
          <p:nvPr/>
        </p:nvSpPr>
        <p:spPr>
          <a:xfrm>
            <a:off x="7408545" y="2811780"/>
            <a:ext cx="3901440" cy="426720"/>
          </a:xfrm>
          <a:prstGeom prst="rect">
            <a:avLst/>
          </a:prstGeom>
          <a:noFill/>
          <a:ln/>
        </p:spPr>
        <p:txBody>
          <a:bodyPr wrap="square" lIns="0" tIns="0" rIns="0" bIns="0" rtlCol="0" anchor="ctr"/>
          <a:lstStyle/>
          <a:p>
            <a:r>
              <a:rPr lang="en-US" sz="2133" b="1" dirty="0">
                <a:solidFill>
                  <a:srgbClr val="1A1A2E"/>
                </a:solidFill>
                <a:latin typeface="Arial" panose="020B0604020202020204" pitchFamily="34" charset="0"/>
                <a:ea typeface="Trebuchet MS" pitchFamily="34" charset="-122"/>
                <a:cs typeface="Arial" panose="020B0604020202020204" pitchFamily="34" charset="0"/>
              </a:rPr>
              <a:t>Fork</a:t>
            </a:r>
            <a:endParaRPr lang="en-US" sz="2133" dirty="0">
              <a:latin typeface="Arial" panose="020B0604020202020204" pitchFamily="34" charset="0"/>
              <a:cs typeface="Arial" panose="020B0604020202020204" pitchFamily="34" charset="0"/>
            </a:endParaRPr>
          </a:p>
        </p:txBody>
      </p:sp>
      <p:sp>
        <p:nvSpPr>
          <p:cNvPr id="11" name="Text 7"/>
          <p:cNvSpPr/>
          <p:nvPr/>
        </p:nvSpPr>
        <p:spPr>
          <a:xfrm>
            <a:off x="7408545" y="3238500"/>
            <a:ext cx="3745230" cy="775335"/>
          </a:xfrm>
          <a:prstGeom prst="rect">
            <a:avLst/>
          </a:prstGeom>
          <a:noFill/>
          <a:ln/>
        </p:spPr>
        <p:txBody>
          <a:bodyPr wrap="square" lIns="0" tIns="0" rIns="0" bIns="0" rtlCol="0" anchor="ctr"/>
          <a:lstStyle/>
          <a:p>
            <a:r>
              <a:rPr lang="en-US" sz="1530" dirty="0">
                <a:solidFill>
                  <a:srgbClr val="3E4B5E"/>
                </a:solidFill>
                <a:latin typeface="Arial" panose="020B0604020202020204" pitchFamily="34" charset="0"/>
                <a:cs typeface="Arial" panose="020B0604020202020204" pitchFamily="34" charset="0"/>
              </a:rPr>
              <a:t>Your own copy of the class repository on your GitHub account. You work here freely without affecting the original.</a:t>
            </a:r>
          </a:p>
        </p:txBody>
      </p:sp>
      <p:sp>
        <p:nvSpPr>
          <p:cNvPr id="12" name="Shape 8"/>
          <p:cNvSpPr/>
          <p:nvPr/>
        </p:nvSpPr>
        <p:spPr>
          <a:xfrm>
            <a:off x="552450" y="4815840"/>
            <a:ext cx="5120640" cy="1524000"/>
          </a:xfrm>
          <a:prstGeom prst="rect">
            <a:avLst/>
          </a:prstGeom>
          <a:solidFill>
            <a:srgbClr val="F8FAFC"/>
          </a:solidFill>
          <a:ln/>
          <a:effectLst>
            <a:outerShdw blurRad="50800" dist="25400" dir="8100000" algn="bl" rotWithShape="0">
              <a:srgbClr val="000000">
                <a:alpha val="10000"/>
              </a:srgbClr>
            </a:outerShdw>
          </a:effectLst>
        </p:spPr>
        <p:txBody>
          <a:bodyPr/>
          <a:lstStyle/>
          <a:p>
            <a:endParaRPr lang="en-US" sz="2400" dirty="0"/>
          </a:p>
        </p:txBody>
      </p:sp>
      <p:pic>
        <p:nvPicPr>
          <p:cNvPr id="13" name="Image 2" descr="preencoded.png"/>
          <p:cNvPicPr>
            <a:picLocks noChangeAspect="1"/>
          </p:cNvPicPr>
          <p:nvPr/>
        </p:nvPicPr>
        <p:blipFill>
          <a:blip r:embed="rId5"/>
          <a:stretch>
            <a:fillRect/>
          </a:stretch>
        </p:blipFill>
        <p:spPr>
          <a:xfrm>
            <a:off x="777240" y="5276850"/>
            <a:ext cx="640080" cy="640080"/>
          </a:xfrm>
          <a:prstGeom prst="rect">
            <a:avLst/>
          </a:prstGeom>
        </p:spPr>
      </p:pic>
      <p:sp>
        <p:nvSpPr>
          <p:cNvPr id="14" name="Text 9"/>
          <p:cNvSpPr/>
          <p:nvPr/>
        </p:nvSpPr>
        <p:spPr>
          <a:xfrm>
            <a:off x="1642110" y="4939665"/>
            <a:ext cx="3901440" cy="426720"/>
          </a:xfrm>
          <a:prstGeom prst="rect">
            <a:avLst/>
          </a:prstGeom>
          <a:noFill/>
          <a:ln/>
        </p:spPr>
        <p:txBody>
          <a:bodyPr wrap="square" lIns="0" tIns="0" rIns="0" bIns="0" rtlCol="0" anchor="ctr"/>
          <a:lstStyle/>
          <a:p>
            <a:r>
              <a:rPr lang="en-US" sz="2133" b="1">
                <a:solidFill>
                  <a:srgbClr val="1A1A2E"/>
                </a:solidFill>
                <a:latin typeface="Arial" panose="020B0604020202020204" pitchFamily="34" charset="0"/>
                <a:ea typeface="Trebuchet MS" pitchFamily="34" charset="-122"/>
                <a:cs typeface="Arial" panose="020B0604020202020204" pitchFamily="34" charset="0"/>
              </a:rPr>
              <a:t>Commit</a:t>
            </a:r>
            <a:endParaRPr lang="en-US" sz="2133" dirty="0">
              <a:latin typeface="Arial" panose="020B0604020202020204" pitchFamily="34" charset="0"/>
              <a:cs typeface="Arial" panose="020B0604020202020204" pitchFamily="34" charset="0"/>
            </a:endParaRPr>
          </a:p>
        </p:txBody>
      </p:sp>
      <p:sp>
        <p:nvSpPr>
          <p:cNvPr id="15" name="Text 10"/>
          <p:cNvSpPr/>
          <p:nvPr/>
        </p:nvSpPr>
        <p:spPr>
          <a:xfrm>
            <a:off x="1642110" y="5476875"/>
            <a:ext cx="3901440" cy="670560"/>
          </a:xfrm>
          <a:prstGeom prst="rect">
            <a:avLst/>
          </a:prstGeom>
          <a:noFill/>
          <a:ln/>
        </p:spPr>
        <p:txBody>
          <a:bodyPr wrap="square" lIns="0" tIns="0" rIns="0" bIns="0" rtlCol="0" anchor="ctr"/>
          <a:lstStyle/>
          <a:p>
            <a:r>
              <a:rPr lang="en-US" sz="1533" dirty="0">
                <a:solidFill>
                  <a:srgbClr val="334155"/>
                </a:solidFill>
                <a:latin typeface="Arial" panose="020B0604020202020204" pitchFamily="34" charset="0"/>
                <a:ea typeface="Calibri" pitchFamily="34" charset="-122"/>
                <a:cs typeface="Arial" panose="020B0604020202020204" pitchFamily="34" charset="0"/>
              </a:rPr>
              <a:t>How you will upload your local changes from VS Code to GitHub. We will walk through this </a:t>
            </a:r>
            <a:r>
              <a:rPr lang="en-US" sz="1533">
                <a:solidFill>
                  <a:srgbClr val="334155"/>
                </a:solidFill>
                <a:latin typeface="Arial" panose="020B0604020202020204" pitchFamily="34" charset="0"/>
                <a:ea typeface="Calibri" pitchFamily="34" charset="-122"/>
                <a:cs typeface="Arial" panose="020B0604020202020204" pitchFamily="34" charset="0"/>
              </a:rPr>
              <a:t>together after </a:t>
            </a:r>
            <a:r>
              <a:rPr lang="en-US" sz="1533" dirty="0">
                <a:solidFill>
                  <a:srgbClr val="334155"/>
                </a:solidFill>
                <a:latin typeface="Arial" panose="020B0604020202020204" pitchFamily="34" charset="0"/>
                <a:ea typeface="Calibri" pitchFamily="34" charset="-122"/>
                <a:cs typeface="Arial" panose="020B0604020202020204" pitchFamily="34" charset="0"/>
              </a:rPr>
              <a:t>Activity 1 (</a:t>
            </a:r>
            <a:r>
              <a:rPr lang="en-US" sz="1533" i="1" dirty="0">
                <a:solidFill>
                  <a:srgbClr val="334155"/>
                </a:solidFill>
                <a:latin typeface="Arial" panose="020B0604020202020204" pitchFamily="34" charset="0"/>
                <a:ea typeface="Calibri" pitchFamily="34" charset="-122"/>
                <a:cs typeface="Arial" panose="020B0604020202020204" pitchFamily="34" charset="0"/>
              </a:rPr>
              <a:t>Data Cleaning</a:t>
            </a:r>
            <a:r>
              <a:rPr lang="en-US" sz="1533" dirty="0">
                <a:solidFill>
                  <a:srgbClr val="334155"/>
                </a:solidFill>
                <a:latin typeface="Arial" panose="020B0604020202020204" pitchFamily="34" charset="0"/>
                <a:ea typeface="Calibri" pitchFamily="34" charset="-122"/>
                <a:cs typeface="Arial" panose="020B0604020202020204" pitchFamily="34" charset="0"/>
              </a:rPr>
              <a:t>). </a:t>
            </a:r>
            <a:endParaRPr lang="en-US" sz="1533" dirty="0">
              <a:latin typeface="Arial" panose="020B0604020202020204" pitchFamily="34" charset="0"/>
              <a:cs typeface="Arial" panose="020B0604020202020204" pitchFamily="34" charset="0"/>
            </a:endParaRPr>
          </a:p>
        </p:txBody>
      </p:sp>
      <p:sp>
        <p:nvSpPr>
          <p:cNvPr id="16" name="Shape 11"/>
          <p:cNvSpPr/>
          <p:nvPr/>
        </p:nvSpPr>
        <p:spPr>
          <a:xfrm>
            <a:off x="6433185" y="4815840"/>
            <a:ext cx="5120640" cy="1524000"/>
          </a:xfrm>
          <a:prstGeom prst="rect">
            <a:avLst/>
          </a:prstGeom>
          <a:solidFill>
            <a:srgbClr val="F8FAFC"/>
          </a:solidFill>
          <a:ln/>
          <a:effectLst>
            <a:outerShdw blurRad="50800" dist="25400" dir="8100000" algn="bl" rotWithShape="0">
              <a:srgbClr val="000000">
                <a:alpha val="10000"/>
              </a:srgbClr>
            </a:outerShdw>
          </a:effectLst>
        </p:spPr>
        <p:txBody>
          <a:bodyPr/>
          <a:lstStyle/>
          <a:p>
            <a:endParaRPr lang="en-US" sz="2400" dirty="0"/>
          </a:p>
        </p:txBody>
      </p:sp>
      <p:pic>
        <p:nvPicPr>
          <p:cNvPr id="17" name="Image 3" descr="preencoded.png"/>
          <p:cNvPicPr>
            <a:picLocks noChangeAspect="1"/>
          </p:cNvPicPr>
          <p:nvPr/>
        </p:nvPicPr>
        <p:blipFill>
          <a:blip r:embed="rId6"/>
          <a:stretch>
            <a:fillRect/>
          </a:stretch>
        </p:blipFill>
        <p:spPr>
          <a:xfrm>
            <a:off x="6616065" y="5181600"/>
            <a:ext cx="640080" cy="640080"/>
          </a:xfrm>
          <a:prstGeom prst="rect">
            <a:avLst/>
          </a:prstGeom>
        </p:spPr>
      </p:pic>
      <p:sp>
        <p:nvSpPr>
          <p:cNvPr id="18" name="Text 12"/>
          <p:cNvSpPr/>
          <p:nvPr/>
        </p:nvSpPr>
        <p:spPr>
          <a:xfrm>
            <a:off x="7454265" y="4923473"/>
            <a:ext cx="3901440" cy="426720"/>
          </a:xfrm>
          <a:prstGeom prst="rect">
            <a:avLst/>
          </a:prstGeom>
          <a:noFill/>
          <a:ln/>
        </p:spPr>
        <p:txBody>
          <a:bodyPr wrap="square" lIns="0" tIns="0" rIns="0" bIns="0" rtlCol="0" anchor="ctr"/>
          <a:lstStyle/>
          <a:p>
            <a:r>
              <a:rPr lang="en-US" sz="2133" b="1" dirty="0">
                <a:solidFill>
                  <a:srgbClr val="1A1A2E"/>
                </a:solidFill>
                <a:latin typeface="Arial" panose="020B0604020202020204" pitchFamily="34" charset="0"/>
                <a:ea typeface="Trebuchet MS" pitchFamily="34" charset="-122"/>
                <a:cs typeface="Arial" panose="020B0604020202020204" pitchFamily="34" charset="0"/>
              </a:rPr>
              <a:t>Pull Request</a:t>
            </a:r>
            <a:endParaRPr lang="en-US" sz="2133" dirty="0">
              <a:latin typeface="Arial" panose="020B0604020202020204" pitchFamily="34" charset="0"/>
              <a:cs typeface="Arial" panose="020B0604020202020204" pitchFamily="34" charset="0"/>
            </a:endParaRPr>
          </a:p>
        </p:txBody>
      </p:sp>
      <p:sp>
        <p:nvSpPr>
          <p:cNvPr id="19" name="Text 13"/>
          <p:cNvSpPr/>
          <p:nvPr/>
        </p:nvSpPr>
        <p:spPr>
          <a:xfrm>
            <a:off x="7454265" y="5448300"/>
            <a:ext cx="3901440" cy="670560"/>
          </a:xfrm>
          <a:prstGeom prst="rect">
            <a:avLst/>
          </a:prstGeom>
          <a:noFill/>
          <a:ln/>
        </p:spPr>
        <p:txBody>
          <a:bodyPr wrap="square" lIns="0" tIns="0" rIns="0" bIns="0" rtlCol="0" anchor="ctr"/>
          <a:lstStyle/>
          <a:p>
            <a:r>
              <a:rPr lang="en-US" sz="1533" dirty="0">
                <a:solidFill>
                  <a:srgbClr val="334155"/>
                </a:solidFill>
                <a:latin typeface="Arial" panose="020B0604020202020204" pitchFamily="34" charset="0"/>
                <a:ea typeface="Calibri" pitchFamily="34" charset="-122"/>
                <a:cs typeface="Arial" panose="020B0604020202020204" pitchFamily="34" charset="0"/>
              </a:rPr>
              <a:t>A request to merge your work into the main repository. </a:t>
            </a:r>
            <a:endParaRPr lang="en-US" sz="1533"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14400" y="182880"/>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Key Tabs You'll Use</a:t>
            </a:r>
            <a:endParaRPr lang="en-US" sz="4267" dirty="0">
              <a:solidFill>
                <a:srgbClr val="7030A0"/>
              </a:solidFill>
              <a:latin typeface="Arial" panose="020B0604020202020204" pitchFamily="34" charset="0"/>
              <a:cs typeface="Arial" panose="020B0604020202020204" pitchFamily="34" charset="0"/>
            </a:endParaRPr>
          </a:p>
        </p:txBody>
      </p:sp>
      <p:sp>
        <p:nvSpPr>
          <p:cNvPr id="3" name="Text 1"/>
          <p:cNvSpPr/>
          <p:nvPr/>
        </p:nvSpPr>
        <p:spPr>
          <a:xfrm>
            <a:off x="908304" y="1460031"/>
            <a:ext cx="10363200" cy="633300"/>
          </a:xfrm>
          <a:prstGeom prst="rect">
            <a:avLst/>
          </a:prstGeom>
          <a:noFill/>
          <a:ln/>
        </p:spPr>
        <p:txBody>
          <a:bodyPr wrap="square" lIns="0" tIns="0" rIns="0" bIns="0" rtlCol="0" anchor="ctr"/>
          <a:lstStyle/>
          <a:p>
            <a:pPr algn="ctr"/>
            <a:r>
              <a:rPr lang="en-US" sz="2500" dirty="0">
                <a:solidFill>
                  <a:srgbClr val="334155"/>
                </a:solidFill>
                <a:latin typeface="Arial" panose="020B0604020202020204" pitchFamily="34" charset="0"/>
                <a:ea typeface="Calibri" pitchFamily="34" charset="-122"/>
                <a:cs typeface="Arial" panose="020B0604020202020204" pitchFamily="34" charset="0"/>
              </a:rPr>
              <a:t>You don't need to know everything on GitHub for the labs — just these two tabs.</a:t>
            </a:r>
            <a:endParaRPr lang="en-US" sz="2500" dirty="0">
              <a:latin typeface="Arial" panose="020B0604020202020204" pitchFamily="34" charset="0"/>
              <a:cs typeface="Arial" panose="020B0604020202020204" pitchFamily="34" charset="0"/>
            </a:endParaRPr>
          </a:p>
        </p:txBody>
      </p:sp>
      <p:sp>
        <p:nvSpPr>
          <p:cNvPr id="4" name="Shape 2"/>
          <p:cNvSpPr/>
          <p:nvPr/>
        </p:nvSpPr>
        <p:spPr>
          <a:xfrm>
            <a:off x="1105853" y="2575638"/>
            <a:ext cx="9980295" cy="1502586"/>
          </a:xfrm>
          <a:prstGeom prst="rect">
            <a:avLst/>
          </a:prstGeom>
          <a:solidFill>
            <a:srgbClr val="EFF6FF"/>
          </a:solidFill>
          <a:ln/>
          <a:effectLst>
            <a:outerShdw blurRad="50800" dist="25400" dir="8100000" algn="bl" rotWithShape="0">
              <a:srgbClr val="000000">
                <a:alpha val="10000"/>
              </a:srgbClr>
            </a:outerShdw>
          </a:effectLst>
        </p:spPr>
        <p:txBody>
          <a:bodyPr/>
          <a:lstStyle/>
          <a:p>
            <a:endParaRPr lang="en-US" sz="2400" dirty="0"/>
          </a:p>
        </p:txBody>
      </p:sp>
      <p:pic>
        <p:nvPicPr>
          <p:cNvPr id="5" name="Image 0" descr="preencoded.png"/>
          <p:cNvPicPr>
            <a:picLocks noChangeAspect="1"/>
          </p:cNvPicPr>
          <p:nvPr/>
        </p:nvPicPr>
        <p:blipFill>
          <a:blip r:embed="rId3"/>
          <a:stretch>
            <a:fillRect/>
          </a:stretch>
        </p:blipFill>
        <p:spPr>
          <a:xfrm>
            <a:off x="1368214" y="3006891"/>
            <a:ext cx="640080" cy="640080"/>
          </a:xfrm>
          <a:prstGeom prst="rect">
            <a:avLst/>
          </a:prstGeom>
        </p:spPr>
      </p:pic>
      <p:sp>
        <p:nvSpPr>
          <p:cNvPr id="6" name="Text 3"/>
          <p:cNvSpPr/>
          <p:nvPr/>
        </p:nvSpPr>
        <p:spPr>
          <a:xfrm>
            <a:off x="2197796" y="3169197"/>
            <a:ext cx="793432" cy="426720"/>
          </a:xfrm>
          <a:prstGeom prst="rect">
            <a:avLst/>
          </a:prstGeom>
          <a:noFill/>
          <a:ln/>
        </p:spPr>
        <p:txBody>
          <a:bodyPr wrap="square" lIns="0" tIns="0" rIns="0" bIns="0" rtlCol="0" anchor="ctr"/>
          <a:lstStyle/>
          <a:p>
            <a:r>
              <a:rPr lang="en-US" sz="2500" b="1" dirty="0">
                <a:solidFill>
                  <a:srgbClr val="1A1A2E"/>
                </a:solidFill>
                <a:latin typeface="Arial" panose="020B0604020202020204" pitchFamily="34" charset="0"/>
                <a:ea typeface="Trebuchet MS" pitchFamily="34" charset="-122"/>
                <a:cs typeface="Arial" panose="020B0604020202020204" pitchFamily="34" charset="0"/>
              </a:rPr>
              <a:t>Code</a:t>
            </a:r>
            <a:endParaRPr lang="en-US" sz="2500" dirty="0">
              <a:latin typeface="Arial" panose="020B0604020202020204" pitchFamily="34" charset="0"/>
              <a:cs typeface="Arial" panose="020B0604020202020204" pitchFamily="34" charset="0"/>
            </a:endParaRPr>
          </a:p>
        </p:txBody>
      </p:sp>
      <p:sp>
        <p:nvSpPr>
          <p:cNvPr id="7" name="Text 4"/>
          <p:cNvSpPr/>
          <p:nvPr/>
        </p:nvSpPr>
        <p:spPr>
          <a:xfrm>
            <a:off x="3926013" y="2889201"/>
            <a:ext cx="6768656" cy="875460"/>
          </a:xfrm>
          <a:prstGeom prst="rect">
            <a:avLst/>
          </a:prstGeom>
          <a:noFill/>
          <a:ln/>
        </p:spPr>
        <p:txBody>
          <a:bodyPr wrap="square" lIns="0" tIns="0" rIns="0" bIns="0" rtlCol="0" anchor="ctr"/>
          <a:lstStyle/>
          <a:p>
            <a:r>
              <a:rPr lang="en-US" sz="2200" dirty="0">
                <a:solidFill>
                  <a:srgbClr val="334155"/>
                </a:solidFill>
                <a:latin typeface="Arial" panose="020B0604020202020204" pitchFamily="34" charset="0"/>
                <a:ea typeface="Calibri" pitchFamily="34" charset="-122"/>
                <a:cs typeface="Arial" panose="020B0604020202020204" pitchFamily="34" charset="0"/>
              </a:rPr>
              <a:t>Browse all files in the repository. This is the home page. You'll see the shared data folder and all student folders here. Click into folders to see their contents.</a:t>
            </a:r>
            <a:endParaRPr lang="en-US" sz="2200" dirty="0">
              <a:latin typeface="Arial" panose="020B0604020202020204" pitchFamily="34" charset="0"/>
              <a:cs typeface="Arial" panose="020B0604020202020204" pitchFamily="34" charset="0"/>
            </a:endParaRPr>
          </a:p>
        </p:txBody>
      </p:sp>
      <p:sp>
        <p:nvSpPr>
          <p:cNvPr id="8" name="Shape 5"/>
          <p:cNvSpPr/>
          <p:nvPr/>
        </p:nvSpPr>
        <p:spPr>
          <a:xfrm>
            <a:off x="1097280" y="4446348"/>
            <a:ext cx="9985248" cy="1502586"/>
          </a:xfrm>
          <a:prstGeom prst="rect">
            <a:avLst/>
          </a:prstGeom>
          <a:solidFill>
            <a:srgbClr val="ECFDF5"/>
          </a:solidFill>
          <a:ln/>
          <a:effectLst>
            <a:outerShdw blurRad="50800" dist="25400" dir="8100000" algn="bl" rotWithShape="0">
              <a:srgbClr val="000000">
                <a:alpha val="10000"/>
              </a:srgbClr>
            </a:outerShdw>
          </a:effectLst>
        </p:spPr>
        <p:txBody>
          <a:bodyPr/>
          <a:lstStyle/>
          <a:p>
            <a:endParaRPr lang="en-US" sz="2400" dirty="0"/>
          </a:p>
        </p:txBody>
      </p:sp>
      <p:pic>
        <p:nvPicPr>
          <p:cNvPr id="9" name="Image 1" descr="preencoded.png"/>
          <p:cNvPicPr>
            <a:picLocks noChangeAspect="1"/>
          </p:cNvPicPr>
          <p:nvPr/>
        </p:nvPicPr>
        <p:blipFill>
          <a:blip r:embed="rId4"/>
          <a:stretch>
            <a:fillRect/>
          </a:stretch>
        </p:blipFill>
        <p:spPr>
          <a:xfrm>
            <a:off x="1368214" y="4877600"/>
            <a:ext cx="640080" cy="640080"/>
          </a:xfrm>
          <a:prstGeom prst="rect">
            <a:avLst/>
          </a:prstGeom>
        </p:spPr>
      </p:pic>
      <p:sp>
        <p:nvSpPr>
          <p:cNvPr id="10" name="Text 6"/>
          <p:cNvSpPr/>
          <p:nvPr/>
        </p:nvSpPr>
        <p:spPr>
          <a:xfrm>
            <a:off x="2197796" y="4836452"/>
            <a:ext cx="1457325" cy="722376"/>
          </a:xfrm>
          <a:prstGeom prst="rect">
            <a:avLst/>
          </a:prstGeom>
          <a:noFill/>
          <a:ln/>
        </p:spPr>
        <p:txBody>
          <a:bodyPr wrap="square" lIns="0" tIns="0" rIns="0" bIns="0" rtlCol="0" anchor="ctr"/>
          <a:lstStyle/>
          <a:p>
            <a:r>
              <a:rPr lang="en-US" sz="2500" b="1" dirty="0">
                <a:solidFill>
                  <a:srgbClr val="1A1A2E"/>
                </a:solidFill>
                <a:latin typeface="Arial" panose="020B0604020202020204" pitchFamily="34" charset="0"/>
                <a:ea typeface="Trebuchet MS" pitchFamily="34" charset="-122"/>
                <a:cs typeface="Arial" panose="020B0604020202020204" pitchFamily="34" charset="0"/>
              </a:rPr>
              <a:t>Pull </a:t>
            </a:r>
          </a:p>
          <a:p>
            <a:r>
              <a:rPr lang="en-US" sz="2500" b="1" dirty="0">
                <a:solidFill>
                  <a:srgbClr val="1A1A2E"/>
                </a:solidFill>
                <a:latin typeface="Arial" panose="020B0604020202020204" pitchFamily="34" charset="0"/>
                <a:ea typeface="Trebuchet MS" pitchFamily="34" charset="-122"/>
                <a:cs typeface="Arial" panose="020B0604020202020204" pitchFamily="34" charset="0"/>
              </a:rPr>
              <a:t>Requests</a:t>
            </a:r>
            <a:endParaRPr lang="en-US" sz="2500" dirty="0">
              <a:latin typeface="Arial" panose="020B0604020202020204" pitchFamily="34" charset="0"/>
              <a:cs typeface="Arial" panose="020B0604020202020204" pitchFamily="34" charset="0"/>
            </a:endParaRPr>
          </a:p>
        </p:txBody>
      </p:sp>
      <p:sp>
        <p:nvSpPr>
          <p:cNvPr id="11" name="Text 7"/>
          <p:cNvSpPr/>
          <p:nvPr/>
        </p:nvSpPr>
        <p:spPr>
          <a:xfrm>
            <a:off x="3926012" y="4611606"/>
            <a:ext cx="6768657" cy="1172069"/>
          </a:xfrm>
          <a:prstGeom prst="rect">
            <a:avLst/>
          </a:prstGeom>
          <a:noFill/>
          <a:ln/>
        </p:spPr>
        <p:txBody>
          <a:bodyPr wrap="square" lIns="0" tIns="0" rIns="0" bIns="0" rtlCol="0" anchor="ctr"/>
          <a:lstStyle/>
          <a:p>
            <a:r>
              <a:rPr lang="en-US" sz="2200" dirty="0">
                <a:solidFill>
                  <a:srgbClr val="334155"/>
                </a:solidFill>
                <a:latin typeface="Arial" panose="020B0604020202020204" pitchFamily="34" charset="0"/>
                <a:ea typeface="Calibri" pitchFamily="34" charset="-122"/>
                <a:cs typeface="Arial" panose="020B0604020202020204" pitchFamily="34" charset="0"/>
              </a:rPr>
              <a:t>This is where you turn in your work. After </a:t>
            </a:r>
            <a:r>
              <a:rPr lang="en-US" sz="2200">
                <a:solidFill>
                  <a:srgbClr val="334155"/>
                </a:solidFill>
                <a:latin typeface="Arial" panose="020B0604020202020204" pitchFamily="34" charset="0"/>
                <a:ea typeface="Calibri" pitchFamily="34" charset="-122"/>
                <a:cs typeface="Arial" panose="020B0604020202020204" pitchFamily="34" charset="0"/>
              </a:rPr>
              <a:t>you commit </a:t>
            </a:r>
            <a:r>
              <a:rPr lang="en-US" sz="2200" dirty="0">
                <a:solidFill>
                  <a:srgbClr val="334155"/>
                </a:solidFill>
                <a:latin typeface="Arial" panose="020B0604020202020204" pitchFamily="34" charset="0"/>
                <a:ea typeface="Calibri" pitchFamily="34" charset="-122"/>
                <a:cs typeface="Arial" panose="020B0604020202020204" pitchFamily="34" charset="0"/>
              </a:rPr>
              <a:t>your changes, open a pull request here. You can see where your work sits in the queue to be merged and follow its status along the way.</a:t>
            </a: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60589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A4B38-74C7-6F9E-188E-A4601B0663E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07C3955-7E70-3978-B689-D06FD72C31EF}"/>
              </a:ext>
            </a:extLst>
          </p:cNvPr>
          <p:cNvSpPr/>
          <p:nvPr/>
        </p:nvSpPr>
        <p:spPr>
          <a:xfrm>
            <a:off x="914399" y="170307"/>
            <a:ext cx="10363200" cy="792480"/>
          </a:xfrm>
          <a:prstGeom prst="rect">
            <a:avLst/>
          </a:prstGeom>
          <a:noFill/>
          <a:ln/>
        </p:spPr>
        <p:txBody>
          <a:bodyPr wrap="square" lIns="0" tIns="0" rIns="0" bIns="0" rtlCol="0" anchor="ctr"/>
          <a:lstStyle/>
          <a:p>
            <a:pPr algn="ctr"/>
            <a:r>
              <a:rPr lang="en-US" sz="4267" b="1" dirty="0">
                <a:solidFill>
                  <a:srgbClr val="7030A0"/>
                </a:solidFill>
                <a:latin typeface="Trebuchet MS" pitchFamily="34" charset="0"/>
                <a:ea typeface="Trebuchet MS" pitchFamily="34" charset="-122"/>
                <a:cs typeface="Trebuchet MS" pitchFamily="34" charset="-120"/>
              </a:rPr>
              <a:t>Our Course’s Repository </a:t>
            </a:r>
            <a:endParaRPr lang="en-US" sz="4267" dirty="0">
              <a:solidFill>
                <a:srgbClr val="7030A0"/>
              </a:solidFill>
            </a:endParaRPr>
          </a:p>
        </p:txBody>
      </p:sp>
      <p:pic>
        <p:nvPicPr>
          <p:cNvPr id="7" name="Picture 6">
            <a:extLst>
              <a:ext uri="{FF2B5EF4-FFF2-40B4-BE49-F238E27FC236}">
                <a16:creationId xmlns:a16="http://schemas.microsoft.com/office/drawing/2014/main" id="{50DFF1ED-1B5D-7A98-9240-9027CD477F0F}"/>
              </a:ext>
            </a:extLst>
          </p:cNvPr>
          <p:cNvPicPr>
            <a:picLocks noChangeAspect="1"/>
          </p:cNvPicPr>
          <p:nvPr/>
        </p:nvPicPr>
        <p:blipFill>
          <a:blip r:embed="rId3"/>
          <a:stretch>
            <a:fillRect/>
          </a:stretch>
        </p:blipFill>
        <p:spPr>
          <a:xfrm>
            <a:off x="507215" y="1099947"/>
            <a:ext cx="11177570" cy="5424754"/>
          </a:xfrm>
          <a:prstGeom prst="rect">
            <a:avLst/>
          </a:prstGeom>
        </p:spPr>
      </p:pic>
    </p:spTree>
    <p:extLst>
      <p:ext uri="{BB962C8B-B14F-4D97-AF65-F5344CB8AC3E}">
        <p14:creationId xmlns:p14="http://schemas.microsoft.com/office/powerpoint/2010/main" val="2824798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FA1C5C1-2441-E818-A073-279EE949CDA8}"/>
              </a:ext>
            </a:extLst>
          </p:cNvPr>
          <p:cNvPicPr>
            <a:picLocks noChangeAspect="1"/>
          </p:cNvPicPr>
          <p:nvPr/>
        </p:nvPicPr>
        <p:blipFill>
          <a:blip r:embed="rId3"/>
          <a:stretch>
            <a:fillRect/>
          </a:stretch>
        </p:blipFill>
        <p:spPr>
          <a:xfrm>
            <a:off x="106216" y="522008"/>
            <a:ext cx="11979568" cy="5813984"/>
          </a:xfrm>
          <a:prstGeom prst="rect">
            <a:avLst/>
          </a:prstGeom>
        </p:spPr>
      </p:pic>
      <p:sp>
        <p:nvSpPr>
          <p:cNvPr id="8" name="Rectangle 7">
            <a:extLst>
              <a:ext uri="{FF2B5EF4-FFF2-40B4-BE49-F238E27FC236}">
                <a16:creationId xmlns:a16="http://schemas.microsoft.com/office/drawing/2014/main" id="{CFD4FAFA-C873-B357-A4CD-7EC3CB680FB4}"/>
              </a:ext>
            </a:extLst>
          </p:cNvPr>
          <p:cNvSpPr/>
          <p:nvPr/>
        </p:nvSpPr>
        <p:spPr>
          <a:xfrm>
            <a:off x="2276502" y="2256628"/>
            <a:ext cx="5623914" cy="621304"/>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Arrow Connector 9">
            <a:extLst>
              <a:ext uri="{FF2B5EF4-FFF2-40B4-BE49-F238E27FC236}">
                <a16:creationId xmlns:a16="http://schemas.microsoft.com/office/drawing/2014/main" id="{EE77557A-A1AB-37D1-BA40-9DA57C979F5C}"/>
              </a:ext>
            </a:extLst>
          </p:cNvPr>
          <p:cNvCxnSpPr>
            <a:cxnSpLocks/>
            <a:stCxn id="14" idx="1"/>
            <a:endCxn id="8" idx="2"/>
          </p:cNvCxnSpPr>
          <p:nvPr/>
        </p:nvCxnSpPr>
        <p:spPr>
          <a:xfrm flipH="1" flipV="1">
            <a:off x="5088459" y="2877932"/>
            <a:ext cx="3373419" cy="189589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A5BFCC4F-A09E-3946-79CB-AACF6042451B}"/>
              </a:ext>
            </a:extLst>
          </p:cNvPr>
          <p:cNvSpPr/>
          <p:nvPr/>
        </p:nvSpPr>
        <p:spPr>
          <a:xfrm>
            <a:off x="140092" y="817255"/>
            <a:ext cx="625256" cy="28898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 name="Straight Arrow Connector 1">
            <a:extLst>
              <a:ext uri="{FF2B5EF4-FFF2-40B4-BE49-F238E27FC236}">
                <a16:creationId xmlns:a16="http://schemas.microsoft.com/office/drawing/2014/main" id="{E1A68C70-5F81-7D60-C7FE-1D4F1D1F62E2}"/>
              </a:ext>
            </a:extLst>
          </p:cNvPr>
          <p:cNvCxnSpPr>
            <a:cxnSpLocks/>
            <a:stCxn id="11" idx="0"/>
            <a:endCxn id="12" idx="2"/>
          </p:cNvCxnSpPr>
          <p:nvPr/>
        </p:nvCxnSpPr>
        <p:spPr>
          <a:xfrm flipH="1" flipV="1">
            <a:off x="452720" y="1106237"/>
            <a:ext cx="1756985" cy="287383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E2782D2-6E0D-FAF5-A862-77B75F943E84}"/>
              </a:ext>
            </a:extLst>
          </p:cNvPr>
          <p:cNvSpPr txBox="1"/>
          <p:nvPr/>
        </p:nvSpPr>
        <p:spPr>
          <a:xfrm>
            <a:off x="571004" y="3980068"/>
            <a:ext cx="3277402" cy="2308324"/>
          </a:xfrm>
          <a:prstGeom prst="rect">
            <a:avLst/>
          </a:prstGeom>
          <a:solidFill>
            <a:schemeClr val="bg1"/>
          </a:solidFill>
          <a:ln w="57150">
            <a:solidFill>
              <a:schemeClr val="tx1"/>
            </a:solidFill>
          </a:ln>
        </p:spPr>
        <p:txBody>
          <a:bodyPr wrap="square" rtlCol="0">
            <a:spAutoFit/>
          </a:bodyPr>
          <a:lstStyle/>
          <a:p>
            <a:pPr algn="ctr"/>
            <a:r>
              <a:rPr lang="en-US" b="1" dirty="0"/>
              <a:t>Code Tab</a:t>
            </a:r>
          </a:p>
          <a:p>
            <a:endParaRPr lang="en-US" dirty="0"/>
          </a:p>
          <a:p>
            <a:pPr algn="ctr"/>
            <a:r>
              <a:rPr lang="en-US" dirty="0"/>
              <a:t>The Code tab contains the repository’s files and folders, branch selector, commit history, and README file. Think of it as the </a:t>
            </a:r>
            <a:r>
              <a:rPr lang="en-US" u="sng" dirty="0"/>
              <a:t>main folder directory</a:t>
            </a:r>
            <a:r>
              <a:rPr lang="en-US" dirty="0"/>
              <a:t> for the project.</a:t>
            </a:r>
          </a:p>
        </p:txBody>
      </p:sp>
      <p:sp>
        <p:nvSpPr>
          <p:cNvPr id="14" name="TextBox 13">
            <a:extLst>
              <a:ext uri="{FF2B5EF4-FFF2-40B4-BE49-F238E27FC236}">
                <a16:creationId xmlns:a16="http://schemas.microsoft.com/office/drawing/2014/main" id="{4085A1EB-588C-5F1A-6487-E2EFC906A7B0}"/>
              </a:ext>
            </a:extLst>
          </p:cNvPr>
          <p:cNvSpPr txBox="1"/>
          <p:nvPr/>
        </p:nvSpPr>
        <p:spPr>
          <a:xfrm>
            <a:off x="8461878" y="3065668"/>
            <a:ext cx="3277402" cy="3416320"/>
          </a:xfrm>
          <a:prstGeom prst="rect">
            <a:avLst/>
          </a:prstGeom>
          <a:solidFill>
            <a:schemeClr val="bg1"/>
          </a:solidFill>
          <a:ln w="57150">
            <a:solidFill>
              <a:schemeClr val="tx1"/>
            </a:solidFill>
          </a:ln>
        </p:spPr>
        <p:txBody>
          <a:bodyPr wrap="square" rtlCol="0">
            <a:spAutoFit/>
          </a:bodyPr>
          <a:lstStyle/>
          <a:p>
            <a:pPr algn="ctr"/>
            <a:r>
              <a:rPr lang="en-US" b="1" dirty="0"/>
              <a:t>Lab Materials Folder: </a:t>
            </a:r>
            <a:r>
              <a:rPr lang="en-US" dirty="0"/>
              <a:t>The</a:t>
            </a:r>
            <a:r>
              <a:rPr lang="en-US" i="1" dirty="0"/>
              <a:t> Lab Materials </a:t>
            </a:r>
            <a:r>
              <a:rPr lang="en-US" dirty="0"/>
              <a:t>folder contains the lab lectures and completed labs for all activities. </a:t>
            </a:r>
          </a:p>
          <a:p>
            <a:endParaRPr lang="en-US" dirty="0"/>
          </a:p>
          <a:p>
            <a:pPr algn="ctr"/>
            <a:r>
              <a:rPr lang="en-US" b="1" dirty="0"/>
              <a:t>USE-ME Folder:</a:t>
            </a:r>
            <a:r>
              <a:rPr lang="en-US" dirty="0"/>
              <a:t> The </a:t>
            </a:r>
            <a:r>
              <a:rPr lang="en-US" i="1" dirty="0"/>
              <a:t>USE-ME</a:t>
            </a:r>
            <a:r>
              <a:rPr lang="en-US" dirty="0"/>
              <a:t> folder is what we will primarily be working out of for the lab activities. It is where we will upload our results for each activity. We can think of it like a shared folder to store our labs. </a:t>
            </a:r>
          </a:p>
        </p:txBody>
      </p:sp>
    </p:spTree>
    <p:extLst>
      <p:ext uri="{BB962C8B-B14F-4D97-AF65-F5344CB8AC3E}">
        <p14:creationId xmlns:p14="http://schemas.microsoft.com/office/powerpoint/2010/main" val="3471573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1"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E2177-D41D-E59A-EC1C-3C468739EED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894EE7F-30CA-0FFB-4F71-D06DD86768FB}"/>
              </a:ext>
            </a:extLst>
          </p:cNvPr>
          <p:cNvPicPr>
            <a:picLocks noChangeAspect="1"/>
          </p:cNvPicPr>
          <p:nvPr/>
        </p:nvPicPr>
        <p:blipFill>
          <a:blip r:embed="rId3"/>
          <a:stretch>
            <a:fillRect/>
          </a:stretch>
        </p:blipFill>
        <p:spPr>
          <a:xfrm>
            <a:off x="106216" y="522008"/>
            <a:ext cx="11979568" cy="5813984"/>
          </a:xfrm>
          <a:prstGeom prst="rect">
            <a:avLst/>
          </a:prstGeom>
        </p:spPr>
      </p:pic>
      <p:sp>
        <p:nvSpPr>
          <p:cNvPr id="12" name="Rectangle 11">
            <a:extLst>
              <a:ext uri="{FF2B5EF4-FFF2-40B4-BE49-F238E27FC236}">
                <a16:creationId xmlns:a16="http://schemas.microsoft.com/office/drawing/2014/main" id="{F44B9A16-EBF4-2D14-7F23-CDC28C5405ED}"/>
              </a:ext>
            </a:extLst>
          </p:cNvPr>
          <p:cNvSpPr/>
          <p:nvPr/>
        </p:nvSpPr>
        <p:spPr>
          <a:xfrm>
            <a:off x="1194440" y="822960"/>
            <a:ext cx="835528" cy="308501"/>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 name="Straight Arrow Connector 1">
            <a:extLst>
              <a:ext uri="{FF2B5EF4-FFF2-40B4-BE49-F238E27FC236}">
                <a16:creationId xmlns:a16="http://schemas.microsoft.com/office/drawing/2014/main" id="{4284AD3D-76D0-BA02-0F65-354A0D40CA8B}"/>
              </a:ext>
            </a:extLst>
          </p:cNvPr>
          <p:cNvCxnSpPr>
            <a:cxnSpLocks/>
            <a:stCxn id="11" idx="0"/>
            <a:endCxn id="12" idx="2"/>
          </p:cNvCxnSpPr>
          <p:nvPr/>
        </p:nvCxnSpPr>
        <p:spPr>
          <a:xfrm flipH="1" flipV="1">
            <a:off x="1612204" y="1131461"/>
            <a:ext cx="6741909" cy="2204098"/>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5F1E485-B82B-EEC6-7566-34BAF4776E9F}"/>
              </a:ext>
            </a:extLst>
          </p:cNvPr>
          <p:cNvSpPr txBox="1"/>
          <p:nvPr/>
        </p:nvSpPr>
        <p:spPr>
          <a:xfrm>
            <a:off x="6096000" y="3335559"/>
            <a:ext cx="4516226" cy="2585323"/>
          </a:xfrm>
          <a:prstGeom prst="rect">
            <a:avLst/>
          </a:prstGeom>
          <a:solidFill>
            <a:schemeClr val="bg1"/>
          </a:solidFill>
          <a:ln w="57150">
            <a:solidFill>
              <a:schemeClr val="tx1"/>
            </a:solidFill>
          </a:ln>
        </p:spPr>
        <p:txBody>
          <a:bodyPr wrap="square" rtlCol="0">
            <a:spAutoFit/>
          </a:bodyPr>
          <a:lstStyle/>
          <a:p>
            <a:pPr algn="ctr"/>
            <a:r>
              <a:rPr lang="en-US" b="1" dirty="0"/>
              <a:t>Pull Requests Tab</a:t>
            </a:r>
          </a:p>
          <a:p>
            <a:endParaRPr lang="en-US" dirty="0"/>
          </a:p>
          <a:p>
            <a:pPr algn="ctr"/>
            <a:r>
              <a:rPr lang="en-US" dirty="0"/>
              <a:t>A pull request (PR) is a proposed change to the main repository. The Pull Requests tab is where contributors </a:t>
            </a:r>
            <a:r>
              <a:rPr lang="en-US" b="1" dirty="0"/>
              <a:t>submit changes, discuss updates, review code, and merge approved changes</a:t>
            </a:r>
            <a:r>
              <a:rPr lang="en-US" dirty="0"/>
              <a:t> into the project. We will walk through how to create a pull request later in the lab.</a:t>
            </a:r>
          </a:p>
        </p:txBody>
      </p:sp>
    </p:spTree>
    <p:extLst>
      <p:ext uri="{BB962C8B-B14F-4D97-AF65-F5344CB8AC3E}">
        <p14:creationId xmlns:p14="http://schemas.microsoft.com/office/powerpoint/2010/main" val="388579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14400" y="304800"/>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cs typeface="Arial" panose="020B0604020202020204" pitchFamily="34" charset="0"/>
              </a:rPr>
              <a:t>Lab Workflow: How will we use GitHub?</a:t>
            </a:r>
            <a:endParaRPr lang="en-US" sz="4267" dirty="0">
              <a:solidFill>
                <a:srgbClr val="7030A0"/>
              </a:solidFill>
              <a:latin typeface="Arial" panose="020B0604020202020204" pitchFamily="34" charset="0"/>
              <a:cs typeface="Arial" panose="020B0604020202020204" pitchFamily="34" charset="0"/>
            </a:endParaRPr>
          </a:p>
        </p:txBody>
      </p:sp>
      <p:sp>
        <p:nvSpPr>
          <p:cNvPr id="3" name="Shape 1"/>
          <p:cNvSpPr/>
          <p:nvPr/>
        </p:nvSpPr>
        <p:spPr>
          <a:xfrm>
            <a:off x="1804035" y="1551051"/>
            <a:ext cx="2560320" cy="3413760"/>
          </a:xfrm>
          <a:prstGeom prst="rect">
            <a:avLst/>
          </a:prstGeom>
          <a:solidFill>
            <a:srgbClr val="EFF6FF"/>
          </a:solidFill>
          <a:ln/>
          <a:effectLst>
            <a:outerShdw blurRad="50800" dist="25400" dir="8100000" algn="bl" rotWithShape="0">
              <a:srgbClr val="000000">
                <a:alpha val="10000"/>
              </a:srgbClr>
            </a:outerShdw>
          </a:effectLst>
        </p:spPr>
        <p:txBody>
          <a:bodyPr/>
          <a:lstStyle/>
          <a:p>
            <a:r>
              <a:rPr lang="en-US" sz="2400" dirty="0"/>
              <a:t>                                </a:t>
            </a:r>
          </a:p>
        </p:txBody>
      </p:sp>
      <p:pic>
        <p:nvPicPr>
          <p:cNvPr id="4" name="Image 0" descr="preencoded.png"/>
          <p:cNvPicPr>
            <a:picLocks noChangeAspect="1"/>
          </p:cNvPicPr>
          <p:nvPr/>
        </p:nvPicPr>
        <p:blipFill>
          <a:blip r:embed="rId3"/>
          <a:stretch>
            <a:fillRect/>
          </a:stretch>
        </p:blipFill>
        <p:spPr>
          <a:xfrm>
            <a:off x="2718435" y="1796796"/>
            <a:ext cx="731520" cy="731520"/>
          </a:xfrm>
          <a:prstGeom prst="rect">
            <a:avLst/>
          </a:prstGeom>
        </p:spPr>
      </p:pic>
      <p:sp>
        <p:nvSpPr>
          <p:cNvPr id="5" name="Text 2"/>
          <p:cNvSpPr/>
          <p:nvPr/>
        </p:nvSpPr>
        <p:spPr>
          <a:xfrm>
            <a:off x="1986915" y="2713101"/>
            <a:ext cx="2194560" cy="487680"/>
          </a:xfrm>
          <a:prstGeom prst="rect">
            <a:avLst/>
          </a:prstGeom>
          <a:noFill/>
          <a:ln/>
        </p:spPr>
        <p:txBody>
          <a:bodyPr wrap="square" lIns="0" tIns="0" rIns="0" bIns="0" rtlCol="0" anchor="ctr"/>
          <a:lstStyle/>
          <a:p>
            <a:pPr algn="ctr"/>
            <a:r>
              <a:rPr lang="en-US" sz="2133" b="1" dirty="0">
                <a:solidFill>
                  <a:srgbClr val="1A1A2E"/>
                </a:solidFill>
                <a:latin typeface="Arial" panose="020B0604020202020204" pitchFamily="34" charset="0"/>
                <a:ea typeface="Trebuchet MS" pitchFamily="34" charset="-122"/>
                <a:cs typeface="Arial" panose="020B0604020202020204" pitchFamily="34" charset="0"/>
              </a:rPr>
              <a:t>Work Locally (Fork)</a:t>
            </a:r>
            <a:endParaRPr lang="en-US" sz="2133" dirty="0">
              <a:latin typeface="Arial" panose="020B0604020202020204" pitchFamily="34" charset="0"/>
              <a:cs typeface="Arial" panose="020B0604020202020204" pitchFamily="34" charset="0"/>
            </a:endParaRPr>
          </a:p>
        </p:txBody>
      </p:sp>
      <p:sp>
        <p:nvSpPr>
          <p:cNvPr id="6" name="Text 3"/>
          <p:cNvSpPr/>
          <p:nvPr/>
        </p:nvSpPr>
        <p:spPr>
          <a:xfrm>
            <a:off x="1986915" y="3257931"/>
            <a:ext cx="2194560" cy="975360"/>
          </a:xfrm>
          <a:prstGeom prst="rect">
            <a:avLst/>
          </a:prstGeom>
          <a:noFill/>
          <a:ln/>
        </p:spPr>
        <p:txBody>
          <a:bodyPr wrap="square" lIns="0" tIns="0" rIns="0" bIns="0" rtlCol="0" anchor="ctr"/>
          <a:lstStyle/>
          <a:p>
            <a:pPr algn="ctr"/>
            <a:r>
              <a:rPr lang="en-US" sz="1500" dirty="0">
                <a:solidFill>
                  <a:srgbClr val="334155"/>
                </a:solidFill>
                <a:latin typeface="Arial" panose="020B0604020202020204" pitchFamily="34" charset="0"/>
                <a:ea typeface="Calibri" pitchFamily="34" charset="-122"/>
                <a:cs typeface="Arial" panose="020B0604020202020204" pitchFamily="34" charset="0"/>
              </a:rPr>
              <a:t>Edit rules, generate code,</a:t>
            </a:r>
            <a:endParaRPr lang="en-US" sz="1500" dirty="0">
              <a:latin typeface="Arial" panose="020B0604020202020204" pitchFamily="34" charset="0"/>
              <a:cs typeface="Arial" panose="020B0604020202020204" pitchFamily="34" charset="0"/>
            </a:endParaRPr>
          </a:p>
          <a:p>
            <a:pPr algn="ctr"/>
            <a:r>
              <a:rPr lang="en-US" sz="1500" dirty="0">
                <a:solidFill>
                  <a:srgbClr val="334155"/>
                </a:solidFill>
                <a:latin typeface="Arial" panose="020B0604020202020204" pitchFamily="34" charset="0"/>
                <a:ea typeface="Calibri" pitchFamily="34" charset="-122"/>
                <a:cs typeface="Arial" panose="020B0604020202020204" pitchFamily="34" charset="0"/>
              </a:rPr>
              <a:t>run scripts in VS Code.</a:t>
            </a:r>
            <a:endParaRPr lang="en-US" sz="1500" dirty="0">
              <a:latin typeface="Arial" panose="020B0604020202020204" pitchFamily="34" charset="0"/>
              <a:cs typeface="Arial" panose="020B0604020202020204" pitchFamily="34" charset="0"/>
            </a:endParaRPr>
          </a:p>
        </p:txBody>
      </p:sp>
      <p:sp>
        <p:nvSpPr>
          <p:cNvPr id="8" name="Shape 4"/>
          <p:cNvSpPr/>
          <p:nvPr/>
        </p:nvSpPr>
        <p:spPr>
          <a:xfrm>
            <a:off x="4815840" y="1551051"/>
            <a:ext cx="2560320" cy="3413760"/>
          </a:xfrm>
          <a:prstGeom prst="rect">
            <a:avLst/>
          </a:prstGeom>
          <a:solidFill>
            <a:srgbClr val="ECFDF5"/>
          </a:solidFill>
          <a:ln/>
          <a:effectLst>
            <a:outerShdw blurRad="50800" dist="25400" dir="8100000" algn="bl" rotWithShape="0">
              <a:srgbClr val="000000">
                <a:alpha val="10000"/>
              </a:srgbClr>
            </a:outerShdw>
          </a:effectLst>
        </p:spPr>
        <p:txBody>
          <a:bodyPr/>
          <a:lstStyle/>
          <a:p>
            <a:endParaRPr lang="en-US" sz="2400" dirty="0"/>
          </a:p>
        </p:txBody>
      </p:sp>
      <p:pic>
        <p:nvPicPr>
          <p:cNvPr id="9" name="Image 2" descr="preencoded.png"/>
          <p:cNvPicPr>
            <a:picLocks noChangeAspect="1"/>
          </p:cNvPicPr>
          <p:nvPr/>
        </p:nvPicPr>
        <p:blipFill>
          <a:blip r:embed="rId4"/>
          <a:stretch>
            <a:fillRect/>
          </a:stretch>
        </p:blipFill>
        <p:spPr>
          <a:xfrm>
            <a:off x="5730240" y="1796796"/>
            <a:ext cx="731520" cy="731520"/>
          </a:xfrm>
          <a:prstGeom prst="rect">
            <a:avLst/>
          </a:prstGeom>
        </p:spPr>
      </p:pic>
      <p:sp>
        <p:nvSpPr>
          <p:cNvPr id="10" name="Text 5"/>
          <p:cNvSpPr/>
          <p:nvPr/>
        </p:nvSpPr>
        <p:spPr>
          <a:xfrm>
            <a:off x="5038725" y="2703576"/>
            <a:ext cx="2194560" cy="487680"/>
          </a:xfrm>
          <a:prstGeom prst="rect">
            <a:avLst/>
          </a:prstGeom>
          <a:noFill/>
          <a:ln/>
        </p:spPr>
        <p:txBody>
          <a:bodyPr wrap="square" lIns="0" tIns="0" rIns="0" bIns="0" rtlCol="0" anchor="ctr"/>
          <a:lstStyle/>
          <a:p>
            <a:pPr algn="ctr"/>
            <a:r>
              <a:rPr lang="en-US" sz="2133" b="1" dirty="0">
                <a:solidFill>
                  <a:srgbClr val="1A1A2E"/>
                </a:solidFill>
                <a:latin typeface="Trebuchet MS" pitchFamily="34" charset="0"/>
                <a:ea typeface="Trebuchet MS" pitchFamily="34" charset="-122"/>
                <a:cs typeface="Trebuchet MS" pitchFamily="34" charset="-120"/>
              </a:rPr>
              <a:t>Commit to GitHub</a:t>
            </a:r>
            <a:endParaRPr lang="en-US" sz="2133" dirty="0"/>
          </a:p>
        </p:txBody>
      </p:sp>
      <p:sp>
        <p:nvSpPr>
          <p:cNvPr id="11" name="Text 6"/>
          <p:cNvSpPr/>
          <p:nvPr/>
        </p:nvSpPr>
        <p:spPr>
          <a:xfrm>
            <a:off x="4998720" y="3436425"/>
            <a:ext cx="2194560" cy="1405887"/>
          </a:xfrm>
          <a:prstGeom prst="rect">
            <a:avLst/>
          </a:prstGeom>
          <a:noFill/>
          <a:ln/>
        </p:spPr>
        <p:txBody>
          <a:bodyPr wrap="square" lIns="0" tIns="0" rIns="0" bIns="0" rtlCol="0" anchor="ctr"/>
          <a:lstStyle/>
          <a:p>
            <a:pPr algn="ctr"/>
            <a:r>
              <a:rPr lang="en-US" sz="1500" dirty="0">
                <a:solidFill>
                  <a:srgbClr val="334155"/>
                </a:solidFill>
                <a:latin typeface="Arial" panose="020B0604020202020204" pitchFamily="34" charset="0"/>
                <a:ea typeface="Calibri" pitchFamily="34" charset="-122"/>
                <a:cs typeface="Arial" panose="020B0604020202020204" pitchFamily="34" charset="0"/>
              </a:rPr>
              <a:t>Upload changes to your GitHub fork. Therefore, you will always have a GitHub-based repository with the code developed in this module.</a:t>
            </a:r>
            <a:endParaRPr lang="en-US" sz="1500" dirty="0">
              <a:latin typeface="Arial" panose="020B0604020202020204" pitchFamily="34" charset="0"/>
              <a:cs typeface="Arial" panose="020B0604020202020204" pitchFamily="34" charset="0"/>
            </a:endParaRPr>
          </a:p>
        </p:txBody>
      </p:sp>
      <p:sp>
        <p:nvSpPr>
          <p:cNvPr id="13" name="Shape 7"/>
          <p:cNvSpPr/>
          <p:nvPr/>
        </p:nvSpPr>
        <p:spPr>
          <a:xfrm>
            <a:off x="7827645" y="1551051"/>
            <a:ext cx="2560320" cy="3413760"/>
          </a:xfrm>
          <a:prstGeom prst="rect">
            <a:avLst/>
          </a:prstGeom>
          <a:solidFill>
            <a:srgbClr val="FFF7ED"/>
          </a:solidFill>
          <a:ln/>
          <a:effectLst>
            <a:outerShdw blurRad="50800" dist="25400" dir="8100000" algn="bl" rotWithShape="0">
              <a:srgbClr val="000000">
                <a:alpha val="10000"/>
              </a:srgbClr>
            </a:outerShdw>
          </a:effectLst>
        </p:spPr>
        <p:txBody>
          <a:bodyPr/>
          <a:lstStyle/>
          <a:p>
            <a:endParaRPr lang="en-US" sz="2400" dirty="0"/>
          </a:p>
        </p:txBody>
      </p:sp>
      <p:pic>
        <p:nvPicPr>
          <p:cNvPr id="14" name="Image 4" descr="preencoded.png"/>
          <p:cNvPicPr>
            <a:picLocks noChangeAspect="1"/>
          </p:cNvPicPr>
          <p:nvPr/>
        </p:nvPicPr>
        <p:blipFill>
          <a:blip r:embed="rId5"/>
          <a:stretch>
            <a:fillRect/>
          </a:stretch>
        </p:blipFill>
        <p:spPr>
          <a:xfrm>
            <a:off x="8742045" y="1796796"/>
            <a:ext cx="731520" cy="731520"/>
          </a:xfrm>
          <a:prstGeom prst="rect">
            <a:avLst/>
          </a:prstGeom>
        </p:spPr>
      </p:pic>
      <p:sp>
        <p:nvSpPr>
          <p:cNvPr id="15" name="Text 8"/>
          <p:cNvSpPr/>
          <p:nvPr/>
        </p:nvSpPr>
        <p:spPr>
          <a:xfrm>
            <a:off x="8010525" y="2709291"/>
            <a:ext cx="2194560" cy="487680"/>
          </a:xfrm>
          <a:prstGeom prst="rect">
            <a:avLst/>
          </a:prstGeom>
          <a:noFill/>
          <a:ln/>
        </p:spPr>
        <p:txBody>
          <a:bodyPr wrap="square" lIns="0" tIns="0" rIns="0" bIns="0" rtlCol="0" anchor="ctr"/>
          <a:lstStyle/>
          <a:p>
            <a:pPr algn="ctr"/>
            <a:r>
              <a:rPr lang="en-US" sz="2133" b="1" dirty="0">
                <a:solidFill>
                  <a:srgbClr val="1A1A2E"/>
                </a:solidFill>
                <a:latin typeface="Arial" panose="020B0604020202020204" pitchFamily="34" charset="0"/>
                <a:ea typeface="Trebuchet MS" pitchFamily="34" charset="-122"/>
                <a:cs typeface="Arial" panose="020B0604020202020204" pitchFamily="34" charset="0"/>
              </a:rPr>
              <a:t>Submit a Pull Request</a:t>
            </a:r>
            <a:endParaRPr lang="en-US" sz="2133" dirty="0">
              <a:latin typeface="Arial" panose="020B0604020202020204" pitchFamily="34" charset="0"/>
              <a:cs typeface="Arial" panose="020B0604020202020204" pitchFamily="34" charset="0"/>
            </a:endParaRPr>
          </a:p>
        </p:txBody>
      </p:sp>
      <p:sp>
        <p:nvSpPr>
          <p:cNvPr id="16" name="Text 9"/>
          <p:cNvSpPr/>
          <p:nvPr/>
        </p:nvSpPr>
        <p:spPr>
          <a:xfrm>
            <a:off x="8010525" y="3337173"/>
            <a:ext cx="2194560" cy="1442082"/>
          </a:xfrm>
          <a:prstGeom prst="rect">
            <a:avLst/>
          </a:prstGeom>
          <a:noFill/>
          <a:ln/>
        </p:spPr>
        <p:txBody>
          <a:bodyPr wrap="square" lIns="0" tIns="0" rIns="0" bIns="0" rtlCol="0" anchor="ctr"/>
          <a:lstStyle/>
          <a:p>
            <a:pPr algn="ctr"/>
            <a:r>
              <a:rPr lang="en-US" sz="1500" dirty="0">
                <a:solidFill>
                  <a:srgbClr val="334155"/>
                </a:solidFill>
                <a:latin typeface="Arial" panose="020B0604020202020204" pitchFamily="34" charset="0"/>
                <a:ea typeface="Calibri" pitchFamily="34" charset="-122"/>
                <a:cs typeface="Arial" panose="020B0604020202020204" pitchFamily="34" charset="0"/>
              </a:rPr>
              <a:t>Each time you make a change in your repository, you will also want to submit a ‘pull request’ to the course page. </a:t>
            </a:r>
            <a:endParaRPr lang="en-US" sz="1500" dirty="0">
              <a:latin typeface="Arial" panose="020B0604020202020204" pitchFamily="34" charset="0"/>
              <a:cs typeface="Arial" panose="020B0604020202020204" pitchFamily="34" charset="0"/>
            </a:endParaRPr>
          </a:p>
        </p:txBody>
      </p:sp>
      <p:sp>
        <p:nvSpPr>
          <p:cNvPr id="22" name="Text 13"/>
          <p:cNvSpPr/>
          <p:nvPr/>
        </p:nvSpPr>
        <p:spPr>
          <a:xfrm>
            <a:off x="914400" y="5696331"/>
            <a:ext cx="10363200" cy="487680"/>
          </a:xfrm>
          <a:prstGeom prst="rect">
            <a:avLst/>
          </a:prstGeom>
          <a:noFill/>
          <a:ln/>
        </p:spPr>
        <p:txBody>
          <a:bodyPr wrap="square" lIns="0" tIns="0" rIns="0" bIns="0" rtlCol="0" anchor="ctr"/>
          <a:lstStyle/>
          <a:p>
            <a:pPr algn="ctr"/>
            <a:r>
              <a:rPr lang="en-US" sz="2300" dirty="0">
                <a:solidFill>
                  <a:schemeClr val="tx1">
                    <a:lumMod val="85000"/>
                    <a:lumOff val="15000"/>
                  </a:schemeClr>
                </a:solidFill>
                <a:latin typeface="Arial" panose="020B0604020202020204" pitchFamily="34" charset="0"/>
                <a:ea typeface="Calibri" pitchFamily="34" charset="-122"/>
                <a:cs typeface="Arial" panose="020B0604020202020204" pitchFamily="34" charset="0"/>
              </a:rPr>
              <a:t>You will repeat this cycle for each phase of the lab. Commit early and often — the agent gives you feedback each time and helps you keep a record of all your changes.</a:t>
            </a:r>
            <a:endParaRPr lang="en-US" sz="2300" dirty="0">
              <a:solidFill>
                <a:schemeClr val="tx1">
                  <a:lumMod val="85000"/>
                  <a:lumOff val="15000"/>
                </a:schemeClr>
              </a:solidFill>
              <a:latin typeface="Arial" panose="020B0604020202020204" pitchFamily="34" charset="0"/>
              <a:cs typeface="Arial" panose="020B0604020202020204" pitchFamily="34" charset="0"/>
            </a:endParaRPr>
          </a:p>
        </p:txBody>
      </p:sp>
      <p:cxnSp>
        <p:nvCxnSpPr>
          <p:cNvPr id="12" name="Straight Arrow Connector 11">
            <a:extLst>
              <a:ext uri="{FF2B5EF4-FFF2-40B4-BE49-F238E27FC236}">
                <a16:creationId xmlns:a16="http://schemas.microsoft.com/office/drawing/2014/main" id="{73AF1EF7-A864-3BF2-6251-1196ABEB33CC}"/>
              </a:ext>
            </a:extLst>
          </p:cNvPr>
          <p:cNvCxnSpPr>
            <a:stCxn id="3" idx="3"/>
            <a:endCxn id="8" idx="1"/>
          </p:cNvCxnSpPr>
          <p:nvPr/>
        </p:nvCxnSpPr>
        <p:spPr>
          <a:xfrm>
            <a:off x="4364355" y="3257931"/>
            <a:ext cx="451485"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BFC3A217-136C-B86B-7F99-85ED537CB43C}"/>
              </a:ext>
            </a:extLst>
          </p:cNvPr>
          <p:cNvCxnSpPr>
            <a:cxnSpLocks/>
            <a:stCxn id="8" idx="3"/>
            <a:endCxn id="13" idx="1"/>
          </p:cNvCxnSpPr>
          <p:nvPr/>
        </p:nvCxnSpPr>
        <p:spPr>
          <a:xfrm>
            <a:off x="7376160" y="3257931"/>
            <a:ext cx="451485"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10" grpId="0" animBg="1"/>
      <p:bldP spid="11" grpId="0" animBg="1"/>
      <p:bldP spid="13" grpId="0" animBg="1"/>
      <p:bldP spid="15" grpId="0" animBg="1"/>
      <p:bldP spid="16" grpId="0" animBg="1"/>
      <p:bldP spid="2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F2877-1225-C3D0-9479-0BE2D864211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958C938-464E-BBF5-BEDC-1ABB83DCB4B6}"/>
              </a:ext>
            </a:extLst>
          </p:cNvPr>
          <p:cNvSpPr/>
          <p:nvPr/>
        </p:nvSpPr>
        <p:spPr>
          <a:xfrm>
            <a:off x="914400" y="3002280"/>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Activity: Forking GitHub</a:t>
            </a:r>
            <a:endParaRPr lang="en-US" sz="4267" dirty="0">
              <a:solidFill>
                <a:srgbClr val="7030A0"/>
              </a:solidFill>
              <a:latin typeface="Arial" panose="020B0604020202020204" pitchFamily="34" charset="0"/>
              <a:cs typeface="Arial" panose="020B0604020202020204" pitchFamily="34" charset="0"/>
            </a:endParaRPr>
          </a:p>
        </p:txBody>
      </p:sp>
      <p:pic>
        <p:nvPicPr>
          <p:cNvPr id="3" name="Picture 2" descr="Your Turn Rubber Stamp Royalty Free SVG, Cliparts, Vectors, and Stock  Illustration. Image 68258628.">
            <a:extLst>
              <a:ext uri="{FF2B5EF4-FFF2-40B4-BE49-F238E27FC236}">
                <a16:creationId xmlns:a16="http://schemas.microsoft.com/office/drawing/2014/main" id="{2810B05A-78DE-A92F-F5D6-F4ADD0CD2DE8}"/>
              </a:ext>
            </a:extLst>
          </p:cNvPr>
          <p:cNvPicPr>
            <a:picLocks noChangeAspect="1"/>
          </p:cNvPicPr>
          <p:nvPr/>
        </p:nvPicPr>
        <p:blipFill>
          <a:blip r:embed="rId2"/>
          <a:stretch>
            <a:fillRect/>
          </a:stretch>
        </p:blipFill>
        <p:spPr>
          <a:xfrm>
            <a:off x="160311" y="111821"/>
            <a:ext cx="981703" cy="981703"/>
          </a:xfrm>
          <a:prstGeom prst="rect">
            <a:avLst/>
          </a:prstGeom>
        </p:spPr>
      </p:pic>
    </p:spTree>
    <p:extLst>
      <p:ext uri="{BB962C8B-B14F-4D97-AF65-F5344CB8AC3E}">
        <p14:creationId xmlns:p14="http://schemas.microsoft.com/office/powerpoint/2010/main" val="3920148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14400" y="322707"/>
            <a:ext cx="10363200" cy="792480"/>
          </a:xfrm>
          <a:prstGeom prst="rect">
            <a:avLst/>
          </a:prstGeom>
          <a:noFill/>
          <a:ln/>
        </p:spPr>
        <p:txBody>
          <a:bodyPr wrap="square" lIns="0" tIns="0" rIns="0" bIns="0" rtlCol="0" anchor="ctr"/>
          <a:lstStyle/>
          <a:p>
            <a:pPr algn="ctr"/>
            <a:r>
              <a:rPr lang="en-US" sz="4267" b="1" dirty="0">
                <a:solidFill>
                  <a:srgbClr val="7030A0"/>
                </a:solidFill>
                <a:latin typeface="Trebuchet MS" pitchFamily="34" charset="0"/>
                <a:ea typeface="Trebuchet MS" pitchFamily="34" charset="-122"/>
                <a:cs typeface="Trebuchet MS" pitchFamily="34" charset="-120"/>
              </a:rPr>
              <a:t>What Is a Fork?</a:t>
            </a:r>
            <a:endParaRPr lang="en-US" sz="4267" dirty="0">
              <a:solidFill>
                <a:srgbClr val="7030A0"/>
              </a:solidFill>
            </a:endParaRPr>
          </a:p>
        </p:txBody>
      </p:sp>
      <p:sp>
        <p:nvSpPr>
          <p:cNvPr id="25" name="Rectangle: Rounded Corners 24">
            <a:extLst>
              <a:ext uri="{FF2B5EF4-FFF2-40B4-BE49-F238E27FC236}">
                <a16:creationId xmlns:a16="http://schemas.microsoft.com/office/drawing/2014/main" id="{A30352EB-E49D-267E-8C1A-0EEC072C900C}"/>
              </a:ext>
            </a:extLst>
          </p:cNvPr>
          <p:cNvSpPr/>
          <p:nvPr/>
        </p:nvSpPr>
        <p:spPr>
          <a:xfrm>
            <a:off x="552450" y="1485900"/>
            <a:ext cx="11087100" cy="1428750"/>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3ECE4E42-6A52-06EE-1C0A-6CFB3BEC7A25}"/>
              </a:ext>
            </a:extLst>
          </p:cNvPr>
          <p:cNvSpPr/>
          <p:nvPr/>
        </p:nvSpPr>
        <p:spPr>
          <a:xfrm>
            <a:off x="552450" y="3126770"/>
            <a:ext cx="11087100" cy="1428750"/>
          </a:xfrm>
          <a:prstGeom prst="roundRect">
            <a:avLst/>
          </a:prstGeom>
          <a:solidFill>
            <a:srgbClr val="EAEAE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41635258-CC78-F76C-075F-3073F7C38B86}"/>
              </a:ext>
            </a:extLst>
          </p:cNvPr>
          <p:cNvSpPr/>
          <p:nvPr/>
        </p:nvSpPr>
        <p:spPr>
          <a:xfrm>
            <a:off x="552450" y="4777165"/>
            <a:ext cx="11087100" cy="1428750"/>
          </a:xfrm>
          <a:prstGeom prst="roundRect">
            <a:avLst/>
          </a:prstGeom>
          <a:solidFill>
            <a:srgbClr val="E8F8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1"/>
          <p:cNvSpPr/>
          <p:nvPr/>
        </p:nvSpPr>
        <p:spPr>
          <a:xfrm>
            <a:off x="914400" y="1527523"/>
            <a:ext cx="10363200" cy="1345503"/>
          </a:xfrm>
          <a:prstGeom prst="rect">
            <a:avLst/>
          </a:prstGeom>
          <a:noFill/>
          <a:ln/>
        </p:spPr>
        <p:txBody>
          <a:bodyPr wrap="square" lIns="0" tIns="0" rIns="0" bIns="0" rtlCol="0" anchor="ctr"/>
          <a:lstStyle/>
          <a:p>
            <a:pPr algn="ctr"/>
            <a:r>
              <a:rPr lang="en-US" sz="3500" dirty="0">
                <a:solidFill>
                  <a:srgbClr val="334155"/>
                </a:solidFill>
                <a:latin typeface="Arial" panose="020B0604020202020204" pitchFamily="34" charset="0"/>
                <a:ea typeface="Calibri" pitchFamily="34" charset="-122"/>
                <a:cs typeface="Arial" panose="020B0604020202020204" pitchFamily="34" charset="0"/>
              </a:rPr>
              <a:t>A fork is </a:t>
            </a:r>
            <a:r>
              <a:rPr lang="en-US" sz="3500" b="1" dirty="0">
                <a:solidFill>
                  <a:srgbClr val="334155"/>
                </a:solidFill>
                <a:latin typeface="Arial" panose="020B0604020202020204" pitchFamily="34" charset="0"/>
                <a:ea typeface="Calibri" pitchFamily="34" charset="-122"/>
                <a:cs typeface="Arial" panose="020B0604020202020204" pitchFamily="34" charset="0"/>
              </a:rPr>
              <a:t>your own complete copy of a repository</a:t>
            </a:r>
            <a:r>
              <a:rPr lang="en-US" sz="3500" dirty="0">
                <a:solidFill>
                  <a:srgbClr val="334155"/>
                </a:solidFill>
                <a:latin typeface="Arial" panose="020B0604020202020204" pitchFamily="34" charset="0"/>
                <a:ea typeface="Calibri" pitchFamily="34" charset="-122"/>
                <a:cs typeface="Arial" panose="020B0604020202020204" pitchFamily="34" charset="0"/>
              </a:rPr>
              <a:t> on your GitHub account. </a:t>
            </a:r>
          </a:p>
        </p:txBody>
      </p:sp>
      <p:sp>
        <p:nvSpPr>
          <p:cNvPr id="31" name="TextBox 30">
            <a:extLst>
              <a:ext uri="{FF2B5EF4-FFF2-40B4-BE49-F238E27FC236}">
                <a16:creationId xmlns:a16="http://schemas.microsoft.com/office/drawing/2014/main" id="{20802904-4110-2E65-27B4-F2BABE47A33F}"/>
              </a:ext>
            </a:extLst>
          </p:cNvPr>
          <p:cNvSpPr txBox="1"/>
          <p:nvPr/>
        </p:nvSpPr>
        <p:spPr>
          <a:xfrm>
            <a:off x="914400" y="3256369"/>
            <a:ext cx="10363200" cy="1169551"/>
          </a:xfrm>
          <a:prstGeom prst="rect">
            <a:avLst/>
          </a:prstGeom>
          <a:noFill/>
        </p:spPr>
        <p:txBody>
          <a:bodyPr wrap="square">
            <a:spAutoFit/>
          </a:bodyPr>
          <a:lstStyle/>
          <a:p>
            <a:pPr algn="ctr"/>
            <a:r>
              <a:rPr lang="en-US" sz="3500" dirty="0">
                <a:solidFill>
                  <a:srgbClr val="334155"/>
                </a:solidFill>
                <a:latin typeface="Arial" panose="020B0604020202020204" pitchFamily="34" charset="0"/>
                <a:ea typeface="Calibri" pitchFamily="34" charset="-122"/>
                <a:cs typeface="Arial" panose="020B0604020202020204" pitchFamily="34" charset="0"/>
              </a:rPr>
              <a:t>You can </a:t>
            </a:r>
            <a:r>
              <a:rPr lang="en-US" sz="3500" b="1" dirty="0">
                <a:solidFill>
                  <a:srgbClr val="334155"/>
                </a:solidFill>
                <a:latin typeface="Arial" panose="020B0604020202020204" pitchFamily="34" charset="0"/>
                <a:ea typeface="Calibri" pitchFamily="34" charset="-122"/>
                <a:cs typeface="Arial" panose="020B0604020202020204" pitchFamily="34" charset="0"/>
              </a:rPr>
              <a:t>freely edit your fork</a:t>
            </a:r>
            <a:r>
              <a:rPr lang="en-US" sz="3500" dirty="0">
                <a:solidFill>
                  <a:srgbClr val="334155"/>
                </a:solidFill>
                <a:latin typeface="Arial" panose="020B0604020202020204" pitchFamily="34" charset="0"/>
                <a:ea typeface="Calibri" pitchFamily="34" charset="-122"/>
                <a:cs typeface="Arial" panose="020B0604020202020204" pitchFamily="34" charset="0"/>
              </a:rPr>
              <a:t> without affecting the original. </a:t>
            </a:r>
          </a:p>
        </p:txBody>
      </p:sp>
      <p:sp>
        <p:nvSpPr>
          <p:cNvPr id="33" name="TextBox 32">
            <a:extLst>
              <a:ext uri="{FF2B5EF4-FFF2-40B4-BE49-F238E27FC236}">
                <a16:creationId xmlns:a16="http://schemas.microsoft.com/office/drawing/2014/main" id="{20EF2D63-E4FC-96C5-64FA-444B4A1BB8FA}"/>
              </a:ext>
            </a:extLst>
          </p:cNvPr>
          <p:cNvSpPr txBox="1"/>
          <p:nvPr/>
        </p:nvSpPr>
        <p:spPr>
          <a:xfrm>
            <a:off x="914400" y="4906764"/>
            <a:ext cx="10363200" cy="1169551"/>
          </a:xfrm>
          <a:prstGeom prst="rect">
            <a:avLst/>
          </a:prstGeom>
          <a:noFill/>
        </p:spPr>
        <p:txBody>
          <a:bodyPr wrap="square">
            <a:spAutoFit/>
          </a:bodyPr>
          <a:lstStyle/>
          <a:p>
            <a:pPr algn="ctr"/>
            <a:r>
              <a:rPr lang="en-US" sz="3500" dirty="0">
                <a:solidFill>
                  <a:srgbClr val="334155"/>
                </a:solidFill>
                <a:latin typeface="Arial" panose="020B0604020202020204" pitchFamily="34" charset="0"/>
                <a:ea typeface="Calibri" pitchFamily="34" charset="-122"/>
                <a:cs typeface="Arial" panose="020B0604020202020204" pitchFamily="34" charset="0"/>
              </a:rPr>
              <a:t>When you're ready, you </a:t>
            </a:r>
            <a:r>
              <a:rPr lang="en-US" sz="3500" b="1" dirty="0">
                <a:solidFill>
                  <a:srgbClr val="334155"/>
                </a:solidFill>
                <a:latin typeface="Arial" panose="020B0604020202020204" pitchFamily="34" charset="0"/>
                <a:ea typeface="Calibri" pitchFamily="34" charset="-122"/>
                <a:cs typeface="Arial" panose="020B0604020202020204" pitchFamily="34" charset="0"/>
              </a:rPr>
              <a:t>submit a pull request</a:t>
            </a:r>
            <a:r>
              <a:rPr lang="en-US" sz="3500" dirty="0">
                <a:solidFill>
                  <a:srgbClr val="334155"/>
                </a:solidFill>
                <a:latin typeface="Arial" panose="020B0604020202020204" pitchFamily="34" charset="0"/>
                <a:ea typeface="Calibri" pitchFamily="34" charset="-122"/>
                <a:cs typeface="Arial" panose="020B0604020202020204" pitchFamily="34" charset="0"/>
              </a:rPr>
              <a:t> to merge your changes back.</a:t>
            </a:r>
            <a:endParaRPr lang="en-US" sz="35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3" grpId="0" animBg="1"/>
      <p:bldP spid="31" grpId="0"/>
      <p:bldP spid="3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6288BDD-9ED8-35DF-ACBC-60D28783EE2B}"/>
              </a:ext>
            </a:extLst>
          </p:cNvPr>
          <p:cNvPicPr>
            <a:picLocks noChangeAspect="1"/>
          </p:cNvPicPr>
          <p:nvPr/>
        </p:nvPicPr>
        <p:blipFill>
          <a:blip r:embed="rId3"/>
          <a:stretch>
            <a:fillRect/>
          </a:stretch>
        </p:blipFill>
        <p:spPr>
          <a:xfrm>
            <a:off x="354410" y="1037735"/>
            <a:ext cx="11483181" cy="5573075"/>
          </a:xfrm>
          <a:prstGeom prst="rect">
            <a:avLst/>
          </a:prstGeom>
        </p:spPr>
      </p:pic>
      <p:sp>
        <p:nvSpPr>
          <p:cNvPr id="4" name="Rectangle 3">
            <a:extLst>
              <a:ext uri="{FF2B5EF4-FFF2-40B4-BE49-F238E27FC236}">
                <a16:creationId xmlns:a16="http://schemas.microsoft.com/office/drawing/2014/main" id="{FE918D2C-F093-7E39-42F3-0632370F3FB3}"/>
              </a:ext>
            </a:extLst>
          </p:cNvPr>
          <p:cNvSpPr/>
          <p:nvPr/>
        </p:nvSpPr>
        <p:spPr>
          <a:xfrm>
            <a:off x="7982712" y="1640594"/>
            <a:ext cx="894504" cy="31622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71DA7D47-749A-A380-0AC2-7310DFC607A8}"/>
              </a:ext>
            </a:extLst>
          </p:cNvPr>
          <p:cNvSpPr txBox="1"/>
          <p:nvPr/>
        </p:nvSpPr>
        <p:spPr>
          <a:xfrm>
            <a:off x="4591050" y="3752850"/>
            <a:ext cx="2705100" cy="2308324"/>
          </a:xfrm>
          <a:prstGeom prst="rect">
            <a:avLst/>
          </a:prstGeom>
          <a:solidFill>
            <a:schemeClr val="bg1"/>
          </a:solidFill>
          <a:ln w="57150">
            <a:solidFill>
              <a:schemeClr val="tx1"/>
            </a:solidFill>
          </a:ln>
        </p:spPr>
        <p:txBody>
          <a:bodyPr wrap="square" rtlCol="0">
            <a:spAutoFit/>
          </a:bodyPr>
          <a:lstStyle/>
          <a:p>
            <a:pPr algn="ctr"/>
            <a:r>
              <a:rPr lang="en-US" b="1" dirty="0"/>
              <a:t>Step 1: Clicking ‘Fork’</a:t>
            </a:r>
          </a:p>
          <a:p>
            <a:pPr algn="ctr"/>
            <a:endParaRPr lang="en-US" dirty="0"/>
          </a:p>
          <a:p>
            <a:pPr algn="ctr"/>
            <a:r>
              <a:rPr lang="en-US" dirty="0"/>
              <a:t>To start the process of creating your ‘Fork’ of our GitHub repository, click the ‘Fork’ button in the upper right corner of the repository. </a:t>
            </a:r>
          </a:p>
        </p:txBody>
      </p:sp>
      <p:cxnSp>
        <p:nvCxnSpPr>
          <p:cNvPr id="6" name="Straight Arrow Connector 5">
            <a:extLst>
              <a:ext uri="{FF2B5EF4-FFF2-40B4-BE49-F238E27FC236}">
                <a16:creationId xmlns:a16="http://schemas.microsoft.com/office/drawing/2014/main" id="{FAD19A7E-9120-549E-C6AE-C52CBBF03A3F}"/>
              </a:ext>
            </a:extLst>
          </p:cNvPr>
          <p:cNvCxnSpPr>
            <a:cxnSpLocks/>
            <a:stCxn id="2" idx="0"/>
            <a:endCxn id="4" idx="2"/>
          </p:cNvCxnSpPr>
          <p:nvPr/>
        </p:nvCxnSpPr>
        <p:spPr>
          <a:xfrm flipV="1">
            <a:off x="5943600" y="1956816"/>
            <a:ext cx="2486364" cy="179603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Text 0">
            <a:extLst>
              <a:ext uri="{FF2B5EF4-FFF2-40B4-BE49-F238E27FC236}">
                <a16:creationId xmlns:a16="http://schemas.microsoft.com/office/drawing/2014/main" id="{DC9CA02D-47DD-3EB7-98E9-DF5EBF793ACB}"/>
              </a:ext>
            </a:extLst>
          </p:cNvPr>
          <p:cNvSpPr/>
          <p:nvPr/>
        </p:nvSpPr>
        <p:spPr>
          <a:xfrm>
            <a:off x="914399" y="170307"/>
            <a:ext cx="10363200" cy="792480"/>
          </a:xfrm>
          <a:prstGeom prst="rect">
            <a:avLst/>
          </a:prstGeom>
          <a:noFill/>
          <a:ln/>
        </p:spPr>
        <p:txBody>
          <a:bodyPr wrap="square" lIns="0" tIns="0" rIns="0" bIns="0" rtlCol="0" anchor="ctr"/>
          <a:lstStyle/>
          <a:p>
            <a:pPr algn="ctr"/>
            <a:r>
              <a:rPr lang="en-US" sz="4267" b="1" dirty="0">
                <a:solidFill>
                  <a:srgbClr val="7030A0"/>
                </a:solidFill>
                <a:latin typeface="Trebuchet MS" pitchFamily="34" charset="0"/>
                <a:ea typeface="Trebuchet MS" pitchFamily="34" charset="-122"/>
                <a:cs typeface="Trebuchet MS" pitchFamily="34" charset="-120"/>
              </a:rPr>
              <a:t>Starting with the Course Repository</a:t>
            </a:r>
            <a:endParaRPr lang="en-US" sz="4267" dirty="0">
              <a:solidFill>
                <a:srgbClr val="7030A0"/>
              </a:solidFill>
            </a:endParaRPr>
          </a:p>
        </p:txBody>
      </p:sp>
      <p:pic>
        <p:nvPicPr>
          <p:cNvPr id="5" name="Picture 4" descr="Your Turn Rubber Stamp Royalty Free SVG, Cliparts, Vectors, and Stock  Illustration. Image 68258628.">
            <a:extLst>
              <a:ext uri="{FF2B5EF4-FFF2-40B4-BE49-F238E27FC236}">
                <a16:creationId xmlns:a16="http://schemas.microsoft.com/office/drawing/2014/main" id="{2810B05A-78DE-A92F-F5D6-F4ADD0CD2DE8}"/>
              </a:ext>
            </a:extLst>
          </p:cNvPr>
          <p:cNvPicPr>
            <a:picLocks noChangeAspect="1"/>
          </p:cNvPicPr>
          <p:nvPr/>
        </p:nvPicPr>
        <p:blipFill>
          <a:blip r:embed="rId4"/>
          <a:stretch>
            <a:fillRect/>
          </a:stretch>
        </p:blipFill>
        <p:spPr>
          <a:xfrm>
            <a:off x="423547" y="95359"/>
            <a:ext cx="981703" cy="981703"/>
          </a:xfrm>
          <a:prstGeom prst="rect">
            <a:avLst/>
          </a:prstGeom>
        </p:spPr>
      </p:pic>
    </p:spTree>
    <p:extLst>
      <p:ext uri="{BB962C8B-B14F-4D97-AF65-F5344CB8AC3E}">
        <p14:creationId xmlns:p14="http://schemas.microsoft.com/office/powerpoint/2010/main" val="2898877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0229B9-ED99-0907-5C72-C6523B8C3CC8}"/>
              </a:ext>
            </a:extLst>
          </p:cNvPr>
          <p:cNvPicPr>
            <a:picLocks noChangeAspect="1"/>
          </p:cNvPicPr>
          <p:nvPr/>
        </p:nvPicPr>
        <p:blipFill>
          <a:blip r:embed="rId3"/>
          <a:stretch>
            <a:fillRect/>
          </a:stretch>
        </p:blipFill>
        <p:spPr>
          <a:xfrm>
            <a:off x="182196" y="394285"/>
            <a:ext cx="11827608" cy="6069430"/>
          </a:xfrm>
          <a:prstGeom prst="rect">
            <a:avLst/>
          </a:prstGeom>
        </p:spPr>
      </p:pic>
      <p:sp>
        <p:nvSpPr>
          <p:cNvPr id="2" name="TextBox 1">
            <a:extLst>
              <a:ext uri="{FF2B5EF4-FFF2-40B4-BE49-F238E27FC236}">
                <a16:creationId xmlns:a16="http://schemas.microsoft.com/office/drawing/2014/main" id="{BACAD403-3059-E96F-4445-447DD0D4E448}"/>
              </a:ext>
            </a:extLst>
          </p:cNvPr>
          <p:cNvSpPr txBox="1"/>
          <p:nvPr/>
        </p:nvSpPr>
        <p:spPr>
          <a:xfrm>
            <a:off x="466725" y="2181225"/>
            <a:ext cx="2705100" cy="3416320"/>
          </a:xfrm>
          <a:prstGeom prst="rect">
            <a:avLst/>
          </a:prstGeom>
          <a:noFill/>
          <a:ln w="57150">
            <a:solidFill>
              <a:schemeClr val="tx1"/>
            </a:solidFill>
          </a:ln>
        </p:spPr>
        <p:txBody>
          <a:bodyPr wrap="square" rtlCol="0">
            <a:spAutoFit/>
          </a:bodyPr>
          <a:lstStyle/>
          <a:p>
            <a:pPr algn="ctr"/>
            <a:r>
              <a:rPr lang="en-US" b="1" dirty="0"/>
              <a:t>Step 2: Creating a New Fork</a:t>
            </a:r>
          </a:p>
          <a:p>
            <a:pPr algn="ctr"/>
            <a:endParaRPr lang="en-US" dirty="0"/>
          </a:p>
          <a:p>
            <a:pPr algn="ctr"/>
            <a:r>
              <a:rPr lang="en-US" dirty="0"/>
              <a:t>Prior to clicking the ‘Create fork’ button, you can set some customizations such as the name of the repository. You will also want to double-check that the correct `owner` is selected.</a:t>
            </a:r>
          </a:p>
        </p:txBody>
      </p:sp>
      <p:sp>
        <p:nvSpPr>
          <p:cNvPr id="4" name="Rectangle 3">
            <a:extLst>
              <a:ext uri="{FF2B5EF4-FFF2-40B4-BE49-F238E27FC236}">
                <a16:creationId xmlns:a16="http://schemas.microsoft.com/office/drawing/2014/main" id="{DEF63AD8-3042-5C52-50FC-7D75419ADA17}"/>
              </a:ext>
            </a:extLst>
          </p:cNvPr>
          <p:cNvSpPr/>
          <p:nvPr/>
        </p:nvSpPr>
        <p:spPr>
          <a:xfrm>
            <a:off x="3400426" y="1800225"/>
            <a:ext cx="2971799" cy="62865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E013D6A8-3B52-77EA-2860-F28BE4FFDE10}"/>
              </a:ext>
            </a:extLst>
          </p:cNvPr>
          <p:cNvSpPr/>
          <p:nvPr/>
        </p:nvSpPr>
        <p:spPr>
          <a:xfrm>
            <a:off x="7705725" y="4419600"/>
            <a:ext cx="971550" cy="46672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Arrow Connector 6">
            <a:extLst>
              <a:ext uri="{FF2B5EF4-FFF2-40B4-BE49-F238E27FC236}">
                <a16:creationId xmlns:a16="http://schemas.microsoft.com/office/drawing/2014/main" id="{E84944F7-D29C-4F00-075E-6FCA0DBC0AD3}"/>
              </a:ext>
            </a:extLst>
          </p:cNvPr>
          <p:cNvCxnSpPr>
            <a:cxnSpLocks/>
            <a:stCxn id="2" idx="3"/>
            <a:endCxn id="4" idx="2"/>
          </p:cNvCxnSpPr>
          <p:nvPr/>
        </p:nvCxnSpPr>
        <p:spPr>
          <a:xfrm flipV="1">
            <a:off x="3171825" y="2428875"/>
            <a:ext cx="1714501" cy="146051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7D0E1EF4-FF88-3DD2-DB9F-42E17FAC81B2}"/>
              </a:ext>
            </a:extLst>
          </p:cNvPr>
          <p:cNvSpPr txBox="1"/>
          <p:nvPr/>
        </p:nvSpPr>
        <p:spPr>
          <a:xfrm>
            <a:off x="9439275" y="2609850"/>
            <a:ext cx="2286000" cy="1754326"/>
          </a:xfrm>
          <a:prstGeom prst="rect">
            <a:avLst/>
          </a:prstGeom>
          <a:noFill/>
          <a:ln w="57150">
            <a:solidFill>
              <a:schemeClr val="tx1"/>
            </a:solidFill>
          </a:ln>
        </p:spPr>
        <p:txBody>
          <a:bodyPr wrap="square" rtlCol="0">
            <a:spAutoFit/>
          </a:bodyPr>
          <a:lstStyle/>
          <a:p>
            <a:pPr algn="ctr"/>
            <a:r>
              <a:rPr lang="en-US" dirty="0"/>
              <a:t>Once you are ready to copy the repository over to your account, click the ‘Create fork’ button. </a:t>
            </a:r>
          </a:p>
        </p:txBody>
      </p:sp>
      <p:cxnSp>
        <p:nvCxnSpPr>
          <p:cNvPr id="10" name="Straight Arrow Connector 9">
            <a:extLst>
              <a:ext uri="{FF2B5EF4-FFF2-40B4-BE49-F238E27FC236}">
                <a16:creationId xmlns:a16="http://schemas.microsoft.com/office/drawing/2014/main" id="{E7710A37-305E-98F7-BE01-3EC42C09945E}"/>
              </a:ext>
            </a:extLst>
          </p:cNvPr>
          <p:cNvCxnSpPr>
            <a:stCxn id="8" idx="1"/>
            <a:endCxn id="5" idx="0"/>
          </p:cNvCxnSpPr>
          <p:nvPr/>
        </p:nvCxnSpPr>
        <p:spPr>
          <a:xfrm flipH="1">
            <a:off x="8191500" y="3487013"/>
            <a:ext cx="1247775" cy="932587"/>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pic>
        <p:nvPicPr>
          <p:cNvPr id="6" name="Picture 5" descr="Your Turn Rubber Stamp Royalty Free SVG, Cliparts, Vectors, and Stock  Illustration. Image 68258628.">
            <a:extLst>
              <a:ext uri="{FF2B5EF4-FFF2-40B4-BE49-F238E27FC236}">
                <a16:creationId xmlns:a16="http://schemas.microsoft.com/office/drawing/2014/main" id="{2810B05A-78DE-A92F-F5D6-F4ADD0CD2DE8}"/>
              </a:ext>
            </a:extLst>
          </p:cNvPr>
          <p:cNvPicPr>
            <a:picLocks noChangeAspect="1"/>
          </p:cNvPicPr>
          <p:nvPr/>
        </p:nvPicPr>
        <p:blipFill>
          <a:blip r:embed="rId4"/>
          <a:stretch>
            <a:fillRect/>
          </a:stretch>
        </p:blipFill>
        <p:spPr>
          <a:xfrm>
            <a:off x="0" y="0"/>
            <a:ext cx="981703" cy="981703"/>
          </a:xfrm>
          <a:prstGeom prst="rect">
            <a:avLst/>
          </a:prstGeom>
        </p:spPr>
      </p:pic>
    </p:spTree>
    <p:extLst>
      <p:ext uri="{BB962C8B-B14F-4D97-AF65-F5344CB8AC3E}">
        <p14:creationId xmlns:p14="http://schemas.microsoft.com/office/powerpoint/2010/main" val="327410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1AE675-4A33-AA36-EF18-FC7C88DFAE58}"/>
              </a:ext>
            </a:extLst>
          </p:cNvPr>
          <p:cNvPicPr>
            <a:picLocks noChangeAspect="1"/>
          </p:cNvPicPr>
          <p:nvPr/>
        </p:nvPicPr>
        <p:blipFill>
          <a:blip r:embed="rId2"/>
          <a:stretch>
            <a:fillRect/>
          </a:stretch>
        </p:blipFill>
        <p:spPr>
          <a:xfrm>
            <a:off x="353568" y="1000885"/>
            <a:ext cx="11484864" cy="5640531"/>
          </a:xfrm>
          <a:prstGeom prst="rect">
            <a:avLst/>
          </a:prstGeom>
        </p:spPr>
      </p:pic>
      <p:sp>
        <p:nvSpPr>
          <p:cNvPr id="4" name="Text 0">
            <a:extLst>
              <a:ext uri="{FF2B5EF4-FFF2-40B4-BE49-F238E27FC236}">
                <a16:creationId xmlns:a16="http://schemas.microsoft.com/office/drawing/2014/main" id="{98D2AEEE-7EBB-7514-510F-8FD0FCE41BB3}"/>
              </a:ext>
            </a:extLst>
          </p:cNvPr>
          <p:cNvSpPr/>
          <p:nvPr/>
        </p:nvSpPr>
        <p:spPr>
          <a:xfrm>
            <a:off x="914400" y="170307"/>
            <a:ext cx="10363200" cy="792480"/>
          </a:xfrm>
          <a:prstGeom prst="rect">
            <a:avLst/>
          </a:prstGeom>
          <a:noFill/>
          <a:ln/>
        </p:spPr>
        <p:txBody>
          <a:bodyPr wrap="square" lIns="0" tIns="0" rIns="0" bIns="0" rtlCol="0" anchor="ctr"/>
          <a:lstStyle/>
          <a:p>
            <a:pPr algn="ctr"/>
            <a:r>
              <a:rPr lang="en-US" sz="4267" b="1" dirty="0">
                <a:solidFill>
                  <a:srgbClr val="7030A0"/>
                </a:solidFill>
                <a:latin typeface="Trebuchet MS" pitchFamily="34" charset="0"/>
                <a:ea typeface="Trebuchet MS" pitchFamily="34" charset="-122"/>
                <a:cs typeface="Trebuchet MS" pitchFamily="34" charset="-120"/>
              </a:rPr>
              <a:t>Navigating to our Fork</a:t>
            </a:r>
            <a:endParaRPr lang="en-US" sz="4267" dirty="0">
              <a:solidFill>
                <a:srgbClr val="7030A0"/>
              </a:solidFill>
            </a:endParaRPr>
          </a:p>
        </p:txBody>
      </p:sp>
      <p:sp>
        <p:nvSpPr>
          <p:cNvPr id="7" name="Rectangle 6">
            <a:extLst>
              <a:ext uri="{FF2B5EF4-FFF2-40B4-BE49-F238E27FC236}">
                <a16:creationId xmlns:a16="http://schemas.microsoft.com/office/drawing/2014/main" id="{B385D014-B847-CCE4-2AE4-F0347EDA9522}"/>
              </a:ext>
            </a:extLst>
          </p:cNvPr>
          <p:cNvSpPr/>
          <p:nvPr/>
        </p:nvSpPr>
        <p:spPr>
          <a:xfrm>
            <a:off x="11377422" y="1003552"/>
            <a:ext cx="381000" cy="374767"/>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574DDBAA-4AFD-30D3-97D0-38C04CC53172}"/>
              </a:ext>
            </a:extLst>
          </p:cNvPr>
          <p:cNvSpPr/>
          <p:nvPr/>
        </p:nvSpPr>
        <p:spPr>
          <a:xfrm>
            <a:off x="10120884" y="2059735"/>
            <a:ext cx="1514475" cy="299418"/>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33205C8E-D019-67A5-C2B9-3FE7FA9F5787}"/>
              </a:ext>
            </a:extLst>
          </p:cNvPr>
          <p:cNvSpPr txBox="1"/>
          <p:nvPr/>
        </p:nvSpPr>
        <p:spPr>
          <a:xfrm>
            <a:off x="276225" y="3752850"/>
            <a:ext cx="6038850" cy="2862322"/>
          </a:xfrm>
          <a:prstGeom prst="rect">
            <a:avLst/>
          </a:prstGeom>
          <a:solidFill>
            <a:schemeClr val="bg1"/>
          </a:solidFill>
          <a:ln w="57150">
            <a:solidFill>
              <a:schemeClr val="tx1"/>
            </a:solidFill>
          </a:ln>
        </p:spPr>
        <p:txBody>
          <a:bodyPr wrap="square" rtlCol="0">
            <a:spAutoFit/>
          </a:bodyPr>
          <a:lstStyle/>
          <a:p>
            <a:pPr algn="ctr"/>
            <a:r>
              <a:rPr lang="en-US" b="1" dirty="0"/>
              <a:t>Step 3: Navigating to our Fork</a:t>
            </a:r>
          </a:p>
          <a:p>
            <a:pPr algn="ctr"/>
            <a:endParaRPr lang="en-US" dirty="0"/>
          </a:p>
          <a:p>
            <a:pPr algn="ctr"/>
            <a:r>
              <a:rPr lang="en-US" dirty="0"/>
              <a:t>Now that we have created our fork, or copy, of the course repository, we need to navigate to it within the list of our own repositories. </a:t>
            </a:r>
          </a:p>
          <a:p>
            <a:pPr algn="ctr"/>
            <a:endParaRPr lang="en-US" dirty="0"/>
          </a:p>
          <a:p>
            <a:pPr algn="ctr"/>
            <a:r>
              <a:rPr lang="en-US" dirty="0"/>
              <a:t>First, </a:t>
            </a:r>
            <a:r>
              <a:rPr lang="en-US" b="1" dirty="0"/>
              <a:t>click on your GitHub icon </a:t>
            </a:r>
            <a:r>
              <a:rPr lang="en-US" dirty="0"/>
              <a:t>in the upper right-hand corner. Next, </a:t>
            </a:r>
            <a:r>
              <a:rPr lang="en-US" b="1" dirty="0"/>
              <a:t>click the Repositories menu option</a:t>
            </a:r>
            <a:r>
              <a:rPr lang="en-US" dirty="0"/>
              <a:t>. This will open the list of all repositories that you own under this GitHub account.  </a:t>
            </a:r>
          </a:p>
        </p:txBody>
      </p:sp>
      <p:cxnSp>
        <p:nvCxnSpPr>
          <p:cNvPr id="11" name="Straight Arrow Connector 10">
            <a:extLst>
              <a:ext uri="{FF2B5EF4-FFF2-40B4-BE49-F238E27FC236}">
                <a16:creationId xmlns:a16="http://schemas.microsoft.com/office/drawing/2014/main" id="{DD9B0633-6202-7B84-7064-1554EF0782CC}"/>
              </a:ext>
            </a:extLst>
          </p:cNvPr>
          <p:cNvCxnSpPr>
            <a:cxnSpLocks/>
            <a:stCxn id="9" idx="0"/>
            <a:endCxn id="7" idx="1"/>
          </p:cNvCxnSpPr>
          <p:nvPr/>
        </p:nvCxnSpPr>
        <p:spPr>
          <a:xfrm flipV="1">
            <a:off x="3295650" y="1190936"/>
            <a:ext cx="8081772" cy="256191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AF5534EF-F9CA-ED51-7C5A-3C3F9475F128}"/>
              </a:ext>
            </a:extLst>
          </p:cNvPr>
          <p:cNvCxnSpPr>
            <a:cxnSpLocks/>
            <a:stCxn id="9" idx="3"/>
            <a:endCxn id="8" idx="2"/>
          </p:cNvCxnSpPr>
          <p:nvPr/>
        </p:nvCxnSpPr>
        <p:spPr>
          <a:xfrm flipV="1">
            <a:off x="6315075" y="2359153"/>
            <a:ext cx="4563047" cy="2824858"/>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 name="Picture 1" descr="Your Turn Rubber Stamp Royalty Free SVG, Cliparts, Vectors, and Stock  Illustration. Image 68258628.">
            <a:extLst>
              <a:ext uri="{FF2B5EF4-FFF2-40B4-BE49-F238E27FC236}">
                <a16:creationId xmlns:a16="http://schemas.microsoft.com/office/drawing/2014/main" id="{2810B05A-78DE-A92F-F5D6-F4ADD0CD2DE8}"/>
              </a:ext>
            </a:extLst>
          </p:cNvPr>
          <p:cNvPicPr>
            <a:picLocks noChangeAspect="1"/>
          </p:cNvPicPr>
          <p:nvPr/>
        </p:nvPicPr>
        <p:blipFill>
          <a:blip r:embed="rId3"/>
          <a:stretch>
            <a:fillRect/>
          </a:stretch>
        </p:blipFill>
        <p:spPr>
          <a:xfrm>
            <a:off x="2216965" y="54913"/>
            <a:ext cx="981703" cy="981703"/>
          </a:xfrm>
          <a:prstGeom prst="rect">
            <a:avLst/>
          </a:prstGeom>
        </p:spPr>
      </p:pic>
    </p:spTree>
    <p:extLst>
      <p:ext uri="{BB962C8B-B14F-4D97-AF65-F5344CB8AC3E}">
        <p14:creationId xmlns:p14="http://schemas.microsoft.com/office/powerpoint/2010/main" val="2535075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995E667-0500-17BB-9025-F318BEF3AFC6}"/>
              </a:ext>
            </a:extLst>
          </p:cNvPr>
          <p:cNvPicPr>
            <a:picLocks noChangeAspect="1"/>
          </p:cNvPicPr>
          <p:nvPr/>
        </p:nvPicPr>
        <p:blipFill>
          <a:blip r:embed="rId2"/>
          <a:stretch>
            <a:fillRect/>
          </a:stretch>
        </p:blipFill>
        <p:spPr>
          <a:xfrm>
            <a:off x="278732" y="265406"/>
            <a:ext cx="11634536" cy="6327189"/>
          </a:xfrm>
          <a:prstGeom prst="rect">
            <a:avLst/>
          </a:prstGeom>
        </p:spPr>
      </p:pic>
      <p:sp>
        <p:nvSpPr>
          <p:cNvPr id="8" name="Rectangle 7">
            <a:extLst>
              <a:ext uri="{FF2B5EF4-FFF2-40B4-BE49-F238E27FC236}">
                <a16:creationId xmlns:a16="http://schemas.microsoft.com/office/drawing/2014/main" id="{33B2E919-9C0E-8A9B-0D10-DB1063C28AEE}"/>
              </a:ext>
            </a:extLst>
          </p:cNvPr>
          <p:cNvSpPr/>
          <p:nvPr/>
        </p:nvSpPr>
        <p:spPr>
          <a:xfrm>
            <a:off x="4004443" y="1460938"/>
            <a:ext cx="6348249" cy="903890"/>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9449DEC8-0041-ED3D-0EB5-435A798872FC}"/>
              </a:ext>
            </a:extLst>
          </p:cNvPr>
          <p:cNvSpPr txBox="1"/>
          <p:nvPr/>
        </p:nvSpPr>
        <p:spPr>
          <a:xfrm>
            <a:off x="567558" y="3930868"/>
            <a:ext cx="3258207" cy="2308324"/>
          </a:xfrm>
          <a:prstGeom prst="rect">
            <a:avLst/>
          </a:prstGeom>
          <a:solidFill>
            <a:schemeClr val="bg1"/>
          </a:solidFill>
          <a:ln w="57150">
            <a:solidFill>
              <a:schemeClr val="tx1"/>
            </a:solidFill>
          </a:ln>
        </p:spPr>
        <p:txBody>
          <a:bodyPr wrap="square" rtlCol="0">
            <a:spAutoFit/>
          </a:bodyPr>
          <a:lstStyle/>
          <a:p>
            <a:pPr algn="ctr"/>
            <a:r>
              <a:rPr lang="en-US" b="1" dirty="0"/>
              <a:t>Step 4: Opening the Fork</a:t>
            </a:r>
          </a:p>
          <a:p>
            <a:pPr algn="ctr"/>
            <a:endParaRPr lang="en-US" dirty="0"/>
          </a:p>
          <a:p>
            <a:pPr algn="ctr"/>
            <a:r>
              <a:rPr lang="en-US" dirty="0"/>
              <a:t>Now that we have navigated over to our own GitHub repositories page, we need to open the fork. To do so, click the title of the repository (</a:t>
            </a:r>
            <a:r>
              <a:rPr lang="en-US" i="1" dirty="0"/>
              <a:t>Blue title</a:t>
            </a:r>
            <a:r>
              <a:rPr lang="en-US" dirty="0"/>
              <a:t>). </a:t>
            </a:r>
          </a:p>
        </p:txBody>
      </p:sp>
      <p:cxnSp>
        <p:nvCxnSpPr>
          <p:cNvPr id="11" name="Straight Arrow Connector 10">
            <a:extLst>
              <a:ext uri="{FF2B5EF4-FFF2-40B4-BE49-F238E27FC236}">
                <a16:creationId xmlns:a16="http://schemas.microsoft.com/office/drawing/2014/main" id="{840246B1-8F4E-99AC-C3C2-C88AD59AD1AD}"/>
              </a:ext>
            </a:extLst>
          </p:cNvPr>
          <p:cNvCxnSpPr>
            <a:endCxn id="8" idx="2"/>
          </p:cNvCxnSpPr>
          <p:nvPr/>
        </p:nvCxnSpPr>
        <p:spPr>
          <a:xfrm flipV="1">
            <a:off x="3888828" y="2364828"/>
            <a:ext cx="3289740" cy="2722179"/>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 name="Picture 1" descr="Your Turn Rubber Stamp Royalty Free SVG, Cliparts, Vectors, and Stock  Illustration. Image 68258628.">
            <a:extLst>
              <a:ext uri="{FF2B5EF4-FFF2-40B4-BE49-F238E27FC236}">
                <a16:creationId xmlns:a16="http://schemas.microsoft.com/office/drawing/2014/main" id="{2810B05A-78DE-A92F-F5D6-F4ADD0CD2DE8}"/>
              </a:ext>
            </a:extLst>
          </p:cNvPr>
          <p:cNvPicPr>
            <a:picLocks noChangeAspect="1"/>
          </p:cNvPicPr>
          <p:nvPr/>
        </p:nvPicPr>
        <p:blipFill>
          <a:blip r:embed="rId3"/>
          <a:stretch>
            <a:fillRect/>
          </a:stretch>
        </p:blipFill>
        <p:spPr>
          <a:xfrm>
            <a:off x="0" y="0"/>
            <a:ext cx="981703" cy="981703"/>
          </a:xfrm>
          <a:prstGeom prst="rect">
            <a:avLst/>
          </a:prstGeom>
        </p:spPr>
      </p:pic>
    </p:spTree>
    <p:extLst>
      <p:ext uri="{BB962C8B-B14F-4D97-AF65-F5344CB8AC3E}">
        <p14:creationId xmlns:p14="http://schemas.microsoft.com/office/powerpoint/2010/main" val="13918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0AE6F9B-AA87-AD82-78D5-C064775E6CDB}"/>
              </a:ext>
            </a:extLst>
          </p:cNvPr>
          <p:cNvPicPr>
            <a:picLocks noChangeAspect="1"/>
          </p:cNvPicPr>
          <p:nvPr/>
        </p:nvPicPr>
        <p:blipFill>
          <a:blip r:embed="rId3"/>
          <a:stretch>
            <a:fillRect/>
          </a:stretch>
        </p:blipFill>
        <p:spPr>
          <a:xfrm>
            <a:off x="4971887" y="1720134"/>
            <a:ext cx="7128673" cy="3560604"/>
          </a:xfrm>
          <a:prstGeom prst="rect">
            <a:avLst/>
          </a:prstGeom>
        </p:spPr>
      </p:pic>
      <p:sp>
        <p:nvSpPr>
          <p:cNvPr id="2" name="TextBox 1">
            <a:extLst>
              <a:ext uri="{FF2B5EF4-FFF2-40B4-BE49-F238E27FC236}">
                <a16:creationId xmlns:a16="http://schemas.microsoft.com/office/drawing/2014/main" id="{35E38248-4BE7-ED83-E743-D6C839600EBA}"/>
              </a:ext>
            </a:extLst>
          </p:cNvPr>
          <p:cNvSpPr txBox="1"/>
          <p:nvPr/>
        </p:nvSpPr>
        <p:spPr>
          <a:xfrm>
            <a:off x="342102" y="1166841"/>
            <a:ext cx="4457701" cy="4524315"/>
          </a:xfrm>
          <a:prstGeom prst="rect">
            <a:avLst/>
          </a:prstGeom>
          <a:noFill/>
          <a:ln w="57150">
            <a:solidFill>
              <a:schemeClr val="tx1"/>
            </a:solidFill>
          </a:ln>
        </p:spPr>
        <p:txBody>
          <a:bodyPr wrap="square" rtlCol="0">
            <a:spAutoFit/>
          </a:bodyPr>
          <a:lstStyle/>
          <a:p>
            <a:r>
              <a:rPr lang="en-US" dirty="0"/>
              <a:t>You should now see your fork (personal copy) of the course GitHub repository in your own GitHub account.</a:t>
            </a:r>
          </a:p>
          <a:p>
            <a:endParaRPr lang="en-US" dirty="0"/>
          </a:p>
          <a:p>
            <a:r>
              <a:rPr lang="en-US" dirty="0"/>
              <a:t>At the top of the page, you should see a message indicating that your branch is up to date with the original repository, along with </a:t>
            </a:r>
            <a:r>
              <a:rPr lang="en-US" i="1" dirty="0"/>
              <a:t>Contribute</a:t>
            </a:r>
            <a:r>
              <a:rPr lang="en-US" dirty="0"/>
              <a:t> and </a:t>
            </a:r>
            <a:r>
              <a:rPr lang="en-US" i="1" dirty="0"/>
              <a:t>Sync</a:t>
            </a:r>
            <a:r>
              <a:rPr lang="en-US" dirty="0"/>
              <a:t> </a:t>
            </a:r>
            <a:r>
              <a:rPr lang="en-US" i="1" dirty="0"/>
              <a:t>fork</a:t>
            </a:r>
            <a:r>
              <a:rPr lang="en-US" dirty="0"/>
              <a:t> buttons. We will discuss different ways to contribute changes back to the original repository later in the lab.</a:t>
            </a:r>
          </a:p>
          <a:p>
            <a:endParaRPr lang="en-US" dirty="0"/>
          </a:p>
          <a:p>
            <a:r>
              <a:rPr lang="en-US" dirty="0"/>
              <a:t>The </a:t>
            </a:r>
            <a:r>
              <a:rPr lang="en-US" i="1" dirty="0"/>
              <a:t>Sync fork</a:t>
            </a:r>
            <a:r>
              <a:rPr lang="en-US" dirty="0"/>
              <a:t> button allows you to pull in updates from the original repository, ensuring that your fork remains current with the latest changes.</a:t>
            </a:r>
          </a:p>
        </p:txBody>
      </p:sp>
      <p:sp>
        <p:nvSpPr>
          <p:cNvPr id="6" name="Rectangle 5">
            <a:extLst>
              <a:ext uri="{FF2B5EF4-FFF2-40B4-BE49-F238E27FC236}">
                <a16:creationId xmlns:a16="http://schemas.microsoft.com/office/drawing/2014/main" id="{274C5A01-2A7F-6D30-F997-11AC81F7FD0F}"/>
              </a:ext>
            </a:extLst>
          </p:cNvPr>
          <p:cNvSpPr/>
          <p:nvPr/>
        </p:nvSpPr>
        <p:spPr>
          <a:xfrm>
            <a:off x="9579863" y="2839973"/>
            <a:ext cx="2215897" cy="42443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Arrow Connector 8">
            <a:extLst>
              <a:ext uri="{FF2B5EF4-FFF2-40B4-BE49-F238E27FC236}">
                <a16:creationId xmlns:a16="http://schemas.microsoft.com/office/drawing/2014/main" id="{06315EE2-BD9E-D586-7E94-A20C776BF855}"/>
              </a:ext>
            </a:extLst>
          </p:cNvPr>
          <p:cNvCxnSpPr>
            <a:cxnSpLocks/>
            <a:stCxn id="2" idx="3"/>
            <a:endCxn id="6" idx="1"/>
          </p:cNvCxnSpPr>
          <p:nvPr/>
        </p:nvCxnSpPr>
        <p:spPr>
          <a:xfrm flipV="1">
            <a:off x="4799803" y="3052191"/>
            <a:ext cx="4780060" cy="376808"/>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4" name="Picture 3" descr="Your Turn Rubber Stamp Royalty Free SVG, Cliparts, Vectors, and Stock  Illustration. Image 68258628.">
            <a:extLst>
              <a:ext uri="{FF2B5EF4-FFF2-40B4-BE49-F238E27FC236}">
                <a16:creationId xmlns:a16="http://schemas.microsoft.com/office/drawing/2014/main" id="{2810B05A-78DE-A92F-F5D6-F4ADD0CD2DE8}"/>
              </a:ext>
            </a:extLst>
          </p:cNvPr>
          <p:cNvPicPr>
            <a:picLocks noChangeAspect="1"/>
          </p:cNvPicPr>
          <p:nvPr/>
        </p:nvPicPr>
        <p:blipFill>
          <a:blip r:embed="rId4"/>
          <a:stretch>
            <a:fillRect/>
          </a:stretch>
        </p:blipFill>
        <p:spPr>
          <a:xfrm>
            <a:off x="0" y="-11258"/>
            <a:ext cx="981703" cy="981703"/>
          </a:xfrm>
          <a:prstGeom prst="rect">
            <a:avLst/>
          </a:prstGeom>
        </p:spPr>
      </p:pic>
    </p:spTree>
    <p:extLst>
      <p:ext uri="{BB962C8B-B14F-4D97-AF65-F5344CB8AC3E}">
        <p14:creationId xmlns:p14="http://schemas.microsoft.com/office/powerpoint/2010/main" val="2548387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41073-92C4-ABC4-3273-BB473010515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7676C21-F562-0A7C-2136-D9657118E23D}"/>
              </a:ext>
            </a:extLst>
          </p:cNvPr>
          <p:cNvSpPr/>
          <p:nvPr/>
        </p:nvSpPr>
        <p:spPr>
          <a:xfrm>
            <a:off x="914400" y="3002280"/>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Exploring the </a:t>
            </a:r>
            <a:r>
              <a:rPr lang="en-US" sz="4267" b="1" i="1" dirty="0">
                <a:solidFill>
                  <a:srgbClr val="7030A0"/>
                </a:solidFill>
                <a:latin typeface="Arial" panose="020B0604020202020204" pitchFamily="34" charset="0"/>
                <a:ea typeface="Trebuchet MS" pitchFamily="34" charset="-122"/>
                <a:cs typeface="Arial" panose="020B0604020202020204" pitchFamily="34" charset="0"/>
              </a:rPr>
              <a:t>Lab Materials</a:t>
            </a:r>
            <a:r>
              <a:rPr lang="en-US" sz="4267" b="1" dirty="0">
                <a:solidFill>
                  <a:srgbClr val="7030A0"/>
                </a:solidFill>
                <a:latin typeface="Arial" panose="020B0604020202020204" pitchFamily="34" charset="0"/>
                <a:ea typeface="Trebuchet MS" pitchFamily="34" charset="-122"/>
                <a:cs typeface="Arial" panose="020B0604020202020204" pitchFamily="34" charset="0"/>
              </a:rPr>
              <a:t> Folder</a:t>
            </a:r>
            <a:endParaRPr lang="en-US" sz="4267" dirty="0">
              <a:solidFill>
                <a:srgbClr val="7030A0"/>
              </a:solidFill>
              <a:latin typeface="Arial" panose="020B0604020202020204" pitchFamily="34" charset="0"/>
              <a:cs typeface="Arial" panose="020B0604020202020204" pitchFamily="34" charset="0"/>
            </a:endParaRPr>
          </a:p>
        </p:txBody>
      </p:sp>
      <p:pic>
        <p:nvPicPr>
          <p:cNvPr id="6" name="Picture 5" descr="Your Turn Rubber Stamp Royalty Free SVG, Cliparts, Vectors, and Stock  Illustration. Image 68258628.">
            <a:extLst>
              <a:ext uri="{FF2B5EF4-FFF2-40B4-BE49-F238E27FC236}">
                <a16:creationId xmlns:a16="http://schemas.microsoft.com/office/drawing/2014/main" id="{5322168F-3E79-032B-9B07-FCBA36538549}"/>
              </a:ext>
            </a:extLst>
          </p:cNvPr>
          <p:cNvPicPr>
            <a:picLocks noChangeAspect="1"/>
          </p:cNvPicPr>
          <p:nvPr/>
        </p:nvPicPr>
        <p:blipFill>
          <a:blip r:embed="rId2"/>
          <a:stretch>
            <a:fillRect/>
          </a:stretch>
        </p:blipFill>
        <p:spPr>
          <a:xfrm>
            <a:off x="0" y="-11258"/>
            <a:ext cx="981703" cy="981703"/>
          </a:xfrm>
          <a:prstGeom prst="rect">
            <a:avLst/>
          </a:prstGeom>
        </p:spPr>
      </p:pic>
    </p:spTree>
    <p:extLst>
      <p:ext uri="{BB962C8B-B14F-4D97-AF65-F5344CB8AC3E}">
        <p14:creationId xmlns:p14="http://schemas.microsoft.com/office/powerpoint/2010/main" val="1082602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9DEB1-206D-A488-A649-5CBE49D87391}"/>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Directory Structure</a:t>
            </a:r>
          </a:p>
        </p:txBody>
      </p:sp>
      <p:pic>
        <p:nvPicPr>
          <p:cNvPr id="4" name="Picture 3">
            <a:extLst>
              <a:ext uri="{FF2B5EF4-FFF2-40B4-BE49-F238E27FC236}">
                <a16:creationId xmlns:a16="http://schemas.microsoft.com/office/drawing/2014/main" id="{1D4856ED-6F09-6E9B-4484-74BDDAE80E15}"/>
              </a:ext>
            </a:extLst>
          </p:cNvPr>
          <p:cNvPicPr>
            <a:picLocks noChangeAspect="1"/>
          </p:cNvPicPr>
          <p:nvPr/>
        </p:nvPicPr>
        <p:blipFill>
          <a:blip r:embed="rId2"/>
          <a:srcRect t="19095" r="28590"/>
          <a:stretch>
            <a:fillRect/>
          </a:stretch>
        </p:blipFill>
        <p:spPr>
          <a:xfrm>
            <a:off x="116405" y="4217261"/>
            <a:ext cx="8706255" cy="2037783"/>
          </a:xfrm>
          <a:prstGeom prst="rect">
            <a:avLst/>
          </a:prstGeom>
          <a:ln>
            <a:solidFill>
              <a:schemeClr val="bg1">
                <a:lumMod val="65000"/>
              </a:schemeClr>
            </a:solidFill>
          </a:ln>
        </p:spPr>
      </p:pic>
      <p:pic>
        <p:nvPicPr>
          <p:cNvPr id="6" name="Picture 5">
            <a:extLst>
              <a:ext uri="{FF2B5EF4-FFF2-40B4-BE49-F238E27FC236}">
                <a16:creationId xmlns:a16="http://schemas.microsoft.com/office/drawing/2014/main" id="{532981D7-11A5-8E7B-145E-7A47454BE1BC}"/>
              </a:ext>
            </a:extLst>
          </p:cNvPr>
          <p:cNvPicPr>
            <a:picLocks noChangeAspect="1"/>
          </p:cNvPicPr>
          <p:nvPr/>
        </p:nvPicPr>
        <p:blipFill>
          <a:blip r:embed="rId3"/>
          <a:srcRect r="-3620"/>
          <a:stretch>
            <a:fillRect/>
          </a:stretch>
        </p:blipFill>
        <p:spPr>
          <a:xfrm>
            <a:off x="116406" y="1552837"/>
            <a:ext cx="8706255" cy="2219635"/>
          </a:xfrm>
          <a:prstGeom prst="rect">
            <a:avLst/>
          </a:prstGeom>
          <a:ln>
            <a:solidFill>
              <a:schemeClr val="bg1">
                <a:lumMod val="65000"/>
              </a:schemeClr>
            </a:solidFill>
          </a:ln>
        </p:spPr>
      </p:pic>
      <p:sp>
        <p:nvSpPr>
          <p:cNvPr id="7" name="TextBox 6">
            <a:extLst>
              <a:ext uri="{FF2B5EF4-FFF2-40B4-BE49-F238E27FC236}">
                <a16:creationId xmlns:a16="http://schemas.microsoft.com/office/drawing/2014/main" id="{00BDCB55-0782-9467-7C5D-1940BE332927}"/>
              </a:ext>
            </a:extLst>
          </p:cNvPr>
          <p:cNvSpPr txBox="1"/>
          <p:nvPr/>
        </p:nvSpPr>
        <p:spPr>
          <a:xfrm>
            <a:off x="9053191" y="1646991"/>
            <a:ext cx="2898018" cy="2031325"/>
          </a:xfrm>
          <a:prstGeom prst="rect">
            <a:avLst/>
          </a:prstGeom>
          <a:solidFill>
            <a:schemeClr val="bg1"/>
          </a:solidFill>
          <a:ln w="57150">
            <a:solidFill>
              <a:schemeClr val="tx1"/>
            </a:solidFill>
          </a:ln>
        </p:spPr>
        <p:txBody>
          <a:bodyPr wrap="square" rtlCol="0">
            <a:spAutoFit/>
          </a:bodyPr>
          <a:lstStyle/>
          <a:p>
            <a:pPr algn="ctr"/>
            <a:r>
              <a:rPr lang="en-US" b="1" dirty="0"/>
              <a:t>Step 1: Opening the </a:t>
            </a:r>
            <a:r>
              <a:rPr lang="en-US" b="1" i="1" dirty="0"/>
              <a:t>Lab Materials</a:t>
            </a:r>
            <a:r>
              <a:rPr lang="en-US" b="1" dirty="0"/>
              <a:t> folder</a:t>
            </a:r>
          </a:p>
          <a:p>
            <a:pPr algn="ctr"/>
            <a:endParaRPr lang="en-US" dirty="0"/>
          </a:p>
          <a:p>
            <a:pPr algn="ctr"/>
            <a:r>
              <a:rPr lang="en-US" dirty="0"/>
              <a:t>To open the </a:t>
            </a:r>
            <a:r>
              <a:rPr lang="en-US" i="1" dirty="0"/>
              <a:t>Lab Materials</a:t>
            </a:r>
            <a:r>
              <a:rPr lang="en-US" dirty="0"/>
              <a:t> folder, first </a:t>
            </a:r>
            <a:r>
              <a:rPr lang="en-US" b="1" dirty="0"/>
              <a:t>click</a:t>
            </a:r>
            <a:r>
              <a:rPr lang="en-US" dirty="0"/>
              <a:t> the </a:t>
            </a:r>
            <a:r>
              <a:rPr lang="en-US" i="1" dirty="0"/>
              <a:t>Lab Materials</a:t>
            </a:r>
            <a:r>
              <a:rPr lang="en-US" dirty="0"/>
              <a:t> folder row on the main GitHub page. </a:t>
            </a:r>
          </a:p>
        </p:txBody>
      </p:sp>
      <p:sp>
        <p:nvSpPr>
          <p:cNvPr id="8" name="Rectangle 7">
            <a:extLst>
              <a:ext uri="{FF2B5EF4-FFF2-40B4-BE49-F238E27FC236}">
                <a16:creationId xmlns:a16="http://schemas.microsoft.com/office/drawing/2014/main" id="{2BF48CD2-899F-0E0F-A241-7B0228F6A4E9}"/>
              </a:ext>
            </a:extLst>
          </p:cNvPr>
          <p:cNvSpPr/>
          <p:nvPr/>
        </p:nvSpPr>
        <p:spPr>
          <a:xfrm>
            <a:off x="274320" y="2322576"/>
            <a:ext cx="8147304" cy="53035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Arrow Connector 9">
            <a:extLst>
              <a:ext uri="{FF2B5EF4-FFF2-40B4-BE49-F238E27FC236}">
                <a16:creationId xmlns:a16="http://schemas.microsoft.com/office/drawing/2014/main" id="{33845668-DB7F-F5AF-287F-6EFED5CD0BF4}"/>
              </a:ext>
            </a:extLst>
          </p:cNvPr>
          <p:cNvCxnSpPr>
            <a:stCxn id="7" idx="1"/>
            <a:endCxn id="8" idx="3"/>
          </p:cNvCxnSpPr>
          <p:nvPr/>
        </p:nvCxnSpPr>
        <p:spPr>
          <a:xfrm flipH="1" flipV="1">
            <a:off x="8421624" y="2587752"/>
            <a:ext cx="631567" cy="74902"/>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CCA5AA5-7091-F681-E561-74ADC33A32C2}"/>
              </a:ext>
            </a:extLst>
          </p:cNvPr>
          <p:cNvSpPr txBox="1"/>
          <p:nvPr/>
        </p:nvSpPr>
        <p:spPr>
          <a:xfrm>
            <a:off x="9053191" y="3943492"/>
            <a:ext cx="2898018" cy="2585323"/>
          </a:xfrm>
          <a:prstGeom prst="rect">
            <a:avLst/>
          </a:prstGeom>
          <a:solidFill>
            <a:schemeClr val="bg1"/>
          </a:solidFill>
          <a:ln w="57150">
            <a:solidFill>
              <a:schemeClr val="tx1"/>
            </a:solidFill>
          </a:ln>
        </p:spPr>
        <p:txBody>
          <a:bodyPr wrap="square" rtlCol="0">
            <a:spAutoFit/>
          </a:bodyPr>
          <a:lstStyle/>
          <a:p>
            <a:pPr algn="ctr"/>
            <a:r>
              <a:rPr lang="en-US" b="1" dirty="0"/>
              <a:t>Step 2: Activity Files</a:t>
            </a:r>
            <a:endParaRPr lang="en-US" dirty="0"/>
          </a:p>
          <a:p>
            <a:pPr algn="ctr"/>
            <a:endParaRPr lang="en-US" b="1" dirty="0"/>
          </a:p>
          <a:p>
            <a:pPr algn="ctr"/>
            <a:r>
              <a:rPr lang="en-US" dirty="0"/>
              <a:t>When you first open the </a:t>
            </a:r>
            <a:r>
              <a:rPr lang="en-US" i="1" dirty="0"/>
              <a:t>Lab Materials</a:t>
            </a:r>
            <a:r>
              <a:rPr lang="en-US" dirty="0"/>
              <a:t> folder, you will only see the </a:t>
            </a:r>
            <a:r>
              <a:rPr lang="en-US" i="1" dirty="0"/>
              <a:t>Day 1</a:t>
            </a:r>
            <a:r>
              <a:rPr lang="en-US" dirty="0"/>
              <a:t> folder. Each day, a new folder will be added to this folder. To open, </a:t>
            </a:r>
            <a:r>
              <a:rPr lang="en-US" b="1" dirty="0"/>
              <a:t>click</a:t>
            </a:r>
            <a:r>
              <a:rPr lang="en-US" dirty="0"/>
              <a:t> the </a:t>
            </a:r>
            <a:r>
              <a:rPr lang="en-US" i="1" dirty="0"/>
              <a:t>Day 1</a:t>
            </a:r>
            <a:r>
              <a:rPr lang="en-US" dirty="0"/>
              <a:t> row. </a:t>
            </a:r>
          </a:p>
        </p:txBody>
      </p:sp>
      <p:sp>
        <p:nvSpPr>
          <p:cNvPr id="13" name="Rectangle 12">
            <a:extLst>
              <a:ext uri="{FF2B5EF4-FFF2-40B4-BE49-F238E27FC236}">
                <a16:creationId xmlns:a16="http://schemas.microsoft.com/office/drawing/2014/main" id="{9347E3CC-B491-587F-478B-E64519D2F61F}"/>
              </a:ext>
            </a:extLst>
          </p:cNvPr>
          <p:cNvSpPr/>
          <p:nvPr/>
        </p:nvSpPr>
        <p:spPr>
          <a:xfrm>
            <a:off x="116405" y="5715548"/>
            <a:ext cx="8147304" cy="53035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Arrow Connector 13">
            <a:extLst>
              <a:ext uri="{FF2B5EF4-FFF2-40B4-BE49-F238E27FC236}">
                <a16:creationId xmlns:a16="http://schemas.microsoft.com/office/drawing/2014/main" id="{C77F9260-E09E-6A90-2A41-5F895505CF71}"/>
              </a:ext>
            </a:extLst>
          </p:cNvPr>
          <p:cNvCxnSpPr>
            <a:cxnSpLocks/>
            <a:stCxn id="11" idx="1"/>
            <a:endCxn id="13" idx="3"/>
          </p:cNvCxnSpPr>
          <p:nvPr/>
        </p:nvCxnSpPr>
        <p:spPr>
          <a:xfrm flipH="1">
            <a:off x="8263709" y="5236154"/>
            <a:ext cx="789482" cy="74457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18" name="Picture 17" descr="Your Turn Rubber Stamp Royalty Free SVG, Cliparts, Vectors, and Stock  Illustration. Image 68258628.">
            <a:extLst>
              <a:ext uri="{FF2B5EF4-FFF2-40B4-BE49-F238E27FC236}">
                <a16:creationId xmlns:a16="http://schemas.microsoft.com/office/drawing/2014/main" id="{34A41204-437F-E2D0-4E07-99A39AA26DC4}"/>
              </a:ext>
            </a:extLst>
          </p:cNvPr>
          <p:cNvPicPr>
            <a:picLocks noChangeAspect="1"/>
          </p:cNvPicPr>
          <p:nvPr/>
        </p:nvPicPr>
        <p:blipFill>
          <a:blip r:embed="rId4"/>
          <a:stretch>
            <a:fillRect/>
          </a:stretch>
        </p:blipFill>
        <p:spPr>
          <a:xfrm>
            <a:off x="0" y="-11258"/>
            <a:ext cx="981703" cy="981703"/>
          </a:xfrm>
          <a:prstGeom prst="rect">
            <a:avLst/>
          </a:prstGeom>
        </p:spPr>
      </p:pic>
    </p:spTree>
    <p:extLst>
      <p:ext uri="{BB962C8B-B14F-4D97-AF65-F5344CB8AC3E}">
        <p14:creationId xmlns:p14="http://schemas.microsoft.com/office/powerpoint/2010/main" val="2483214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35F2584-6913-7B96-A75A-041DA3F0D839}"/>
              </a:ext>
            </a:extLst>
          </p:cNvPr>
          <p:cNvPicPr>
            <a:picLocks noChangeAspect="1"/>
          </p:cNvPicPr>
          <p:nvPr/>
        </p:nvPicPr>
        <p:blipFill>
          <a:blip r:embed="rId2"/>
          <a:srcRect b="20771"/>
          <a:stretch>
            <a:fillRect/>
          </a:stretch>
        </p:blipFill>
        <p:spPr>
          <a:xfrm>
            <a:off x="1991945" y="843677"/>
            <a:ext cx="8208107" cy="2181402"/>
          </a:xfrm>
          <a:prstGeom prst="rect">
            <a:avLst/>
          </a:prstGeom>
          <a:ln>
            <a:solidFill>
              <a:schemeClr val="bg1">
                <a:lumMod val="65000"/>
              </a:schemeClr>
            </a:solidFill>
          </a:ln>
        </p:spPr>
      </p:pic>
      <p:sp>
        <p:nvSpPr>
          <p:cNvPr id="6" name="TextBox 5">
            <a:extLst>
              <a:ext uri="{FF2B5EF4-FFF2-40B4-BE49-F238E27FC236}">
                <a16:creationId xmlns:a16="http://schemas.microsoft.com/office/drawing/2014/main" id="{4E92203B-7CD2-BDC1-00BF-73DFC18C275A}"/>
              </a:ext>
            </a:extLst>
          </p:cNvPr>
          <p:cNvSpPr txBox="1"/>
          <p:nvPr/>
        </p:nvSpPr>
        <p:spPr>
          <a:xfrm>
            <a:off x="1204274" y="3429000"/>
            <a:ext cx="9783450" cy="2862322"/>
          </a:xfrm>
          <a:prstGeom prst="rect">
            <a:avLst/>
          </a:prstGeom>
          <a:solidFill>
            <a:schemeClr val="bg1"/>
          </a:solidFill>
          <a:ln w="57150">
            <a:solidFill>
              <a:schemeClr val="tx1"/>
            </a:solidFill>
          </a:ln>
        </p:spPr>
        <p:txBody>
          <a:bodyPr wrap="square" rtlCol="0">
            <a:spAutoFit/>
          </a:bodyPr>
          <a:lstStyle/>
          <a:p>
            <a:pPr algn="ctr"/>
            <a:r>
              <a:rPr lang="en-US" b="1" dirty="0"/>
              <a:t>Step 3: Exploring the Activity folder structure</a:t>
            </a:r>
          </a:p>
          <a:p>
            <a:pPr algn="ctr"/>
            <a:endParaRPr lang="en-US" b="1" dirty="0"/>
          </a:p>
          <a:p>
            <a:pPr algn="ctr"/>
            <a:r>
              <a:rPr lang="en-US" dirty="0"/>
              <a:t>Although we're looking at the Day 1, Activity 1 folder, all Lab Materials folders follow the same format. Each contains a (1) Demo, (2) Hints and Answers, and (3) the PowerPoints for that activity.</a:t>
            </a:r>
          </a:p>
          <a:p>
            <a:pPr algn="ctr"/>
            <a:endParaRPr lang="en-US" dirty="0"/>
          </a:p>
          <a:p>
            <a:pPr marL="342900" indent="-342900">
              <a:buAutoNum type="arabicParenBoth"/>
            </a:pPr>
            <a:r>
              <a:rPr lang="en-US" u="sng" dirty="0"/>
              <a:t>Demo:</a:t>
            </a:r>
            <a:r>
              <a:rPr lang="en-US" dirty="0"/>
              <a:t> The starting point for the lab. If you fall behind or get stuck as we move between activities, you can grab the starting materials here instead of building off your own. </a:t>
            </a:r>
            <a:r>
              <a:rPr lang="en-US" b="1" dirty="0"/>
              <a:t>We will grab the contents of this folder in a bit (we will do this together). </a:t>
            </a:r>
          </a:p>
          <a:p>
            <a:pPr marL="342900" indent="-342900">
              <a:buAutoNum type="arabicParenBoth"/>
            </a:pPr>
            <a:r>
              <a:rPr lang="en-US" u="sng" dirty="0"/>
              <a:t>Hints and Answers:</a:t>
            </a:r>
            <a:r>
              <a:rPr lang="en-US" dirty="0"/>
              <a:t> The completed labs in VS Code along with the base R scripts.</a:t>
            </a:r>
          </a:p>
          <a:p>
            <a:pPr marL="342900" indent="-342900">
              <a:buAutoNum type="arabicParenBoth"/>
            </a:pPr>
            <a:r>
              <a:rPr lang="en-US" u="sng" dirty="0"/>
              <a:t>PowerPoints:</a:t>
            </a:r>
            <a:r>
              <a:rPr lang="en-US" dirty="0"/>
              <a:t> What we will review for each lab. These are also available on the course website.</a:t>
            </a:r>
          </a:p>
        </p:txBody>
      </p:sp>
      <p:pic>
        <p:nvPicPr>
          <p:cNvPr id="3" name="Picture 2" descr="Your Turn Rubber Stamp Royalty Free SVG, Cliparts, Vectors, and Stock  Illustration. Image 68258628.">
            <a:extLst>
              <a:ext uri="{FF2B5EF4-FFF2-40B4-BE49-F238E27FC236}">
                <a16:creationId xmlns:a16="http://schemas.microsoft.com/office/drawing/2014/main" id="{7609816F-B033-83EE-8082-D11A41DFBED3}"/>
              </a:ext>
            </a:extLst>
          </p:cNvPr>
          <p:cNvPicPr>
            <a:picLocks noChangeAspect="1"/>
          </p:cNvPicPr>
          <p:nvPr/>
        </p:nvPicPr>
        <p:blipFill>
          <a:blip r:embed="rId3"/>
          <a:stretch>
            <a:fillRect/>
          </a:stretch>
        </p:blipFill>
        <p:spPr>
          <a:xfrm>
            <a:off x="0" y="-11258"/>
            <a:ext cx="981703" cy="981703"/>
          </a:xfrm>
          <a:prstGeom prst="rect">
            <a:avLst/>
          </a:prstGeom>
        </p:spPr>
      </p:pic>
    </p:spTree>
    <p:extLst>
      <p:ext uri="{BB962C8B-B14F-4D97-AF65-F5344CB8AC3E}">
        <p14:creationId xmlns:p14="http://schemas.microsoft.com/office/powerpoint/2010/main" val="1605927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7819A-D111-8780-C4CE-5399987216E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C6E7A22-0AD9-83F2-4E1B-E215B9F912A5}"/>
              </a:ext>
            </a:extLst>
          </p:cNvPr>
          <p:cNvSpPr/>
          <p:nvPr/>
        </p:nvSpPr>
        <p:spPr>
          <a:xfrm>
            <a:off x="914400" y="3002280"/>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Exploring the </a:t>
            </a:r>
            <a:r>
              <a:rPr lang="en-US" sz="4267" b="1" i="1" dirty="0">
                <a:solidFill>
                  <a:srgbClr val="7030A0"/>
                </a:solidFill>
                <a:latin typeface="Arial" panose="020B0604020202020204" pitchFamily="34" charset="0"/>
                <a:ea typeface="Trebuchet MS" pitchFamily="34" charset="-122"/>
                <a:cs typeface="Arial" panose="020B0604020202020204" pitchFamily="34" charset="0"/>
              </a:rPr>
              <a:t>USE-ME </a:t>
            </a:r>
            <a:r>
              <a:rPr lang="en-US" sz="4267" b="1" dirty="0">
                <a:solidFill>
                  <a:srgbClr val="7030A0"/>
                </a:solidFill>
                <a:latin typeface="Arial" panose="020B0604020202020204" pitchFamily="34" charset="0"/>
                <a:ea typeface="Trebuchet MS" pitchFamily="34" charset="-122"/>
                <a:cs typeface="Arial" panose="020B0604020202020204" pitchFamily="34" charset="0"/>
              </a:rPr>
              <a:t>Folder</a:t>
            </a:r>
            <a:endParaRPr lang="en-US" sz="4267" dirty="0">
              <a:solidFill>
                <a:srgbClr val="7030A0"/>
              </a:solidFill>
              <a:latin typeface="Arial" panose="020B0604020202020204" pitchFamily="34" charset="0"/>
              <a:cs typeface="Arial" panose="020B0604020202020204" pitchFamily="34" charset="0"/>
            </a:endParaRPr>
          </a:p>
        </p:txBody>
      </p:sp>
      <p:pic>
        <p:nvPicPr>
          <p:cNvPr id="5" name="Picture 4" descr="Your Turn Rubber Stamp Royalty Free SVG, Cliparts, Vectors, and Stock  Illustration. Image 68258628.">
            <a:extLst>
              <a:ext uri="{FF2B5EF4-FFF2-40B4-BE49-F238E27FC236}">
                <a16:creationId xmlns:a16="http://schemas.microsoft.com/office/drawing/2014/main" id="{E5FAEB9C-2DB5-383E-4F99-5DFBF9554BB7}"/>
              </a:ext>
            </a:extLst>
          </p:cNvPr>
          <p:cNvPicPr>
            <a:picLocks noChangeAspect="1"/>
          </p:cNvPicPr>
          <p:nvPr/>
        </p:nvPicPr>
        <p:blipFill>
          <a:blip r:embed="rId2"/>
          <a:stretch>
            <a:fillRect/>
          </a:stretch>
        </p:blipFill>
        <p:spPr>
          <a:xfrm>
            <a:off x="0" y="-11258"/>
            <a:ext cx="981703" cy="981703"/>
          </a:xfrm>
          <a:prstGeom prst="rect">
            <a:avLst/>
          </a:prstGeom>
        </p:spPr>
      </p:pic>
    </p:spTree>
    <p:extLst>
      <p:ext uri="{BB962C8B-B14F-4D97-AF65-F5344CB8AC3E}">
        <p14:creationId xmlns:p14="http://schemas.microsoft.com/office/powerpoint/2010/main" val="3515863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FF8D02-59A7-FCA6-2D2E-4A2DA49DD7AC}"/>
              </a:ext>
            </a:extLst>
          </p:cNvPr>
          <p:cNvPicPr>
            <a:picLocks noChangeAspect="1"/>
          </p:cNvPicPr>
          <p:nvPr/>
        </p:nvPicPr>
        <p:blipFill>
          <a:blip r:embed="rId3"/>
          <a:srcRect r="-3620"/>
          <a:stretch>
            <a:fillRect/>
          </a:stretch>
        </p:blipFill>
        <p:spPr>
          <a:xfrm>
            <a:off x="116406" y="1552837"/>
            <a:ext cx="8706255" cy="2219635"/>
          </a:xfrm>
          <a:prstGeom prst="rect">
            <a:avLst/>
          </a:prstGeom>
          <a:ln>
            <a:solidFill>
              <a:schemeClr val="bg1">
                <a:lumMod val="65000"/>
              </a:schemeClr>
            </a:solidFill>
          </a:ln>
        </p:spPr>
      </p:pic>
      <p:sp>
        <p:nvSpPr>
          <p:cNvPr id="3" name="TextBox 2">
            <a:extLst>
              <a:ext uri="{FF2B5EF4-FFF2-40B4-BE49-F238E27FC236}">
                <a16:creationId xmlns:a16="http://schemas.microsoft.com/office/drawing/2014/main" id="{796869C5-E595-15BB-B939-FC1837EB1D63}"/>
              </a:ext>
            </a:extLst>
          </p:cNvPr>
          <p:cNvSpPr txBox="1"/>
          <p:nvPr/>
        </p:nvSpPr>
        <p:spPr>
          <a:xfrm>
            <a:off x="9053191" y="1646991"/>
            <a:ext cx="2898018" cy="2031325"/>
          </a:xfrm>
          <a:prstGeom prst="rect">
            <a:avLst/>
          </a:prstGeom>
          <a:solidFill>
            <a:schemeClr val="bg1"/>
          </a:solidFill>
          <a:ln w="57150">
            <a:solidFill>
              <a:schemeClr val="tx1"/>
            </a:solidFill>
          </a:ln>
        </p:spPr>
        <p:txBody>
          <a:bodyPr wrap="square" rtlCol="0">
            <a:spAutoFit/>
          </a:bodyPr>
          <a:lstStyle/>
          <a:p>
            <a:pPr algn="ctr"/>
            <a:r>
              <a:rPr lang="en-US" b="1" dirty="0"/>
              <a:t>Step 1: Opening the </a:t>
            </a:r>
            <a:r>
              <a:rPr lang="en-US" b="1" i="1" dirty="0"/>
              <a:t>USE-ME</a:t>
            </a:r>
            <a:r>
              <a:rPr lang="en-US" b="1" dirty="0"/>
              <a:t> folder</a:t>
            </a:r>
          </a:p>
          <a:p>
            <a:pPr algn="ctr"/>
            <a:endParaRPr lang="en-US" dirty="0"/>
          </a:p>
          <a:p>
            <a:pPr algn="ctr"/>
            <a:r>
              <a:rPr lang="en-US" dirty="0"/>
              <a:t>To open the </a:t>
            </a:r>
            <a:r>
              <a:rPr lang="en-US" i="1" dirty="0"/>
              <a:t>USE-ME </a:t>
            </a:r>
            <a:r>
              <a:rPr lang="en-US" dirty="0"/>
              <a:t>folder, first </a:t>
            </a:r>
            <a:r>
              <a:rPr lang="en-US" b="1" dirty="0"/>
              <a:t>click</a:t>
            </a:r>
            <a:r>
              <a:rPr lang="en-US" dirty="0"/>
              <a:t> the </a:t>
            </a:r>
            <a:r>
              <a:rPr lang="en-US" i="1" dirty="0"/>
              <a:t>USE-ME </a:t>
            </a:r>
            <a:r>
              <a:rPr lang="en-US" dirty="0"/>
              <a:t>folder row on the main GitHub page. </a:t>
            </a:r>
          </a:p>
        </p:txBody>
      </p:sp>
      <p:sp>
        <p:nvSpPr>
          <p:cNvPr id="4" name="Rectangle 3">
            <a:extLst>
              <a:ext uri="{FF2B5EF4-FFF2-40B4-BE49-F238E27FC236}">
                <a16:creationId xmlns:a16="http://schemas.microsoft.com/office/drawing/2014/main" id="{4F2ABC53-9C5A-9031-01BF-986732E34BAD}"/>
              </a:ext>
            </a:extLst>
          </p:cNvPr>
          <p:cNvSpPr/>
          <p:nvPr/>
        </p:nvSpPr>
        <p:spPr>
          <a:xfrm>
            <a:off x="240791" y="2702041"/>
            <a:ext cx="8147304" cy="53035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 name="Straight Arrow Connector 4">
            <a:extLst>
              <a:ext uri="{FF2B5EF4-FFF2-40B4-BE49-F238E27FC236}">
                <a16:creationId xmlns:a16="http://schemas.microsoft.com/office/drawing/2014/main" id="{142BE78E-8414-8A5F-4E82-01CC41B18EBA}"/>
              </a:ext>
            </a:extLst>
          </p:cNvPr>
          <p:cNvCxnSpPr>
            <a:stCxn id="3" idx="1"/>
            <a:endCxn id="4" idx="3"/>
          </p:cNvCxnSpPr>
          <p:nvPr/>
        </p:nvCxnSpPr>
        <p:spPr>
          <a:xfrm flipH="1">
            <a:off x="8388095" y="2662654"/>
            <a:ext cx="665096" cy="304563"/>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93227475-A288-FCAC-0B9E-AF9579E843DD}"/>
              </a:ext>
            </a:extLst>
          </p:cNvPr>
          <p:cNvSpPr txBox="1">
            <a:spLocks/>
          </p:cNvSpPr>
          <p:nvPr/>
        </p:nvSpPr>
        <p:spPr>
          <a:xfrm>
            <a:off x="838200" y="313295"/>
            <a:ext cx="10515600" cy="76916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7030A0"/>
                </a:solidFill>
                <a:latin typeface="Arial" panose="020B0604020202020204" pitchFamily="34" charset="0"/>
                <a:cs typeface="Arial" panose="020B0604020202020204" pitchFamily="34" charset="0"/>
              </a:rPr>
              <a:t>Directory Structure</a:t>
            </a:r>
          </a:p>
        </p:txBody>
      </p:sp>
      <p:pic>
        <p:nvPicPr>
          <p:cNvPr id="8" name="Picture 7" descr="Your Turn Rubber Stamp Royalty Free SVG, Cliparts, Vectors, and Stock  Illustration. Image 68258628.">
            <a:extLst>
              <a:ext uri="{FF2B5EF4-FFF2-40B4-BE49-F238E27FC236}">
                <a16:creationId xmlns:a16="http://schemas.microsoft.com/office/drawing/2014/main" id="{4A538022-EFEC-5DAF-44C5-E9B4173599DF}"/>
              </a:ext>
            </a:extLst>
          </p:cNvPr>
          <p:cNvPicPr>
            <a:picLocks noChangeAspect="1"/>
          </p:cNvPicPr>
          <p:nvPr/>
        </p:nvPicPr>
        <p:blipFill>
          <a:blip r:embed="rId4"/>
          <a:stretch>
            <a:fillRect/>
          </a:stretch>
        </p:blipFill>
        <p:spPr>
          <a:xfrm>
            <a:off x="0" y="-11258"/>
            <a:ext cx="981703" cy="981703"/>
          </a:xfrm>
          <a:prstGeom prst="rect">
            <a:avLst/>
          </a:prstGeom>
        </p:spPr>
      </p:pic>
      <p:pic>
        <p:nvPicPr>
          <p:cNvPr id="11" name="Picture 10">
            <a:extLst>
              <a:ext uri="{FF2B5EF4-FFF2-40B4-BE49-F238E27FC236}">
                <a16:creationId xmlns:a16="http://schemas.microsoft.com/office/drawing/2014/main" id="{95663917-0B55-CD45-48FB-2CB1E19137C2}"/>
              </a:ext>
            </a:extLst>
          </p:cNvPr>
          <p:cNvPicPr>
            <a:picLocks noChangeAspect="1"/>
          </p:cNvPicPr>
          <p:nvPr/>
        </p:nvPicPr>
        <p:blipFill>
          <a:blip r:embed="rId5"/>
          <a:stretch>
            <a:fillRect/>
          </a:stretch>
        </p:blipFill>
        <p:spPr>
          <a:xfrm>
            <a:off x="116406" y="4354864"/>
            <a:ext cx="8706255" cy="1844969"/>
          </a:xfrm>
          <a:prstGeom prst="rect">
            <a:avLst/>
          </a:prstGeom>
        </p:spPr>
      </p:pic>
      <p:sp>
        <p:nvSpPr>
          <p:cNvPr id="12" name="TextBox 11">
            <a:extLst>
              <a:ext uri="{FF2B5EF4-FFF2-40B4-BE49-F238E27FC236}">
                <a16:creationId xmlns:a16="http://schemas.microsoft.com/office/drawing/2014/main" id="{09B41360-1EEE-E959-A8B3-790CCD02CAB0}"/>
              </a:ext>
            </a:extLst>
          </p:cNvPr>
          <p:cNvSpPr txBox="1"/>
          <p:nvPr/>
        </p:nvSpPr>
        <p:spPr>
          <a:xfrm>
            <a:off x="9053191" y="4168508"/>
            <a:ext cx="2898018" cy="2308324"/>
          </a:xfrm>
          <a:prstGeom prst="rect">
            <a:avLst/>
          </a:prstGeom>
          <a:solidFill>
            <a:schemeClr val="bg1"/>
          </a:solidFill>
          <a:ln w="57150">
            <a:solidFill>
              <a:schemeClr val="tx1"/>
            </a:solidFill>
          </a:ln>
        </p:spPr>
        <p:txBody>
          <a:bodyPr wrap="square" rtlCol="0">
            <a:spAutoFit/>
          </a:bodyPr>
          <a:lstStyle/>
          <a:p>
            <a:pPr algn="ctr"/>
            <a:r>
              <a:rPr lang="en-US" b="1" dirty="0"/>
              <a:t>Step 2: Example Folder</a:t>
            </a:r>
          </a:p>
          <a:p>
            <a:pPr algn="ctr"/>
            <a:endParaRPr lang="en-US" dirty="0"/>
          </a:p>
          <a:p>
            <a:pPr algn="ctr"/>
            <a:r>
              <a:rPr lang="en-US" dirty="0"/>
              <a:t>As we move through the lab, you will see more folders show up here (one per person). We will cover the set-up in the next slide deck. </a:t>
            </a:r>
          </a:p>
        </p:txBody>
      </p:sp>
      <p:sp>
        <p:nvSpPr>
          <p:cNvPr id="13" name="Rectangle 12">
            <a:extLst>
              <a:ext uri="{FF2B5EF4-FFF2-40B4-BE49-F238E27FC236}">
                <a16:creationId xmlns:a16="http://schemas.microsoft.com/office/drawing/2014/main" id="{F64C6B4D-3234-883E-130A-1DA36E0B0B72}"/>
              </a:ext>
            </a:extLst>
          </p:cNvPr>
          <p:cNvSpPr/>
          <p:nvPr/>
        </p:nvSpPr>
        <p:spPr>
          <a:xfrm>
            <a:off x="220695" y="5517255"/>
            <a:ext cx="8147304" cy="53035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Arrow Connector 13">
            <a:extLst>
              <a:ext uri="{FF2B5EF4-FFF2-40B4-BE49-F238E27FC236}">
                <a16:creationId xmlns:a16="http://schemas.microsoft.com/office/drawing/2014/main" id="{EC7EA0FC-8FFA-D9EF-B8F5-F8403A94CF50}"/>
              </a:ext>
            </a:extLst>
          </p:cNvPr>
          <p:cNvCxnSpPr>
            <a:cxnSpLocks/>
            <a:stCxn id="12" idx="1"/>
            <a:endCxn id="13" idx="3"/>
          </p:cNvCxnSpPr>
          <p:nvPr/>
        </p:nvCxnSpPr>
        <p:spPr>
          <a:xfrm flipH="1">
            <a:off x="8367999" y="5322670"/>
            <a:ext cx="685192" cy="45976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8379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2" grpId="0" animBg="1"/>
      <p:bldP spid="1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BEE80F2B-D409-3B06-F6B5-73906CB0BB34}"/>
              </a:ext>
            </a:extLst>
          </p:cNvPr>
          <p:cNvSpPr/>
          <p:nvPr/>
        </p:nvSpPr>
        <p:spPr>
          <a:xfrm>
            <a:off x="2197240" y="1325563"/>
            <a:ext cx="8142514" cy="5165672"/>
          </a:xfrm>
          <a:prstGeom prst="rect">
            <a:avLst/>
          </a:prstGeom>
          <a:solidFill>
            <a:srgbClr val="1E293B"/>
          </a:solidFill>
          <a:ln/>
          <a:effectLst>
            <a:outerShdw blurRad="50800" dist="25400" dir="8100000" algn="bl" rotWithShape="0">
              <a:srgbClr val="000000">
                <a:alpha val="10000"/>
              </a:srgbClr>
            </a:outerShdw>
          </a:effectLst>
        </p:spPr>
        <p:txBody>
          <a:bodyPr/>
          <a:lstStyle/>
          <a:p>
            <a:endParaRPr lang="en-US" dirty="0"/>
          </a:p>
        </p:txBody>
      </p:sp>
      <p:sp>
        <p:nvSpPr>
          <p:cNvPr id="7" name="Text 2">
            <a:extLst>
              <a:ext uri="{FF2B5EF4-FFF2-40B4-BE49-F238E27FC236}">
                <a16:creationId xmlns:a16="http://schemas.microsoft.com/office/drawing/2014/main" id="{91DB5C28-B982-1648-AFEF-09ADE00DE0BF}"/>
              </a:ext>
            </a:extLst>
          </p:cNvPr>
          <p:cNvSpPr/>
          <p:nvPr/>
        </p:nvSpPr>
        <p:spPr>
          <a:xfrm>
            <a:off x="2444262" y="1473200"/>
            <a:ext cx="7898674" cy="4927600"/>
          </a:xfrm>
          <a:prstGeom prst="rect">
            <a:avLst/>
          </a:prstGeom>
          <a:noFill/>
          <a:ln/>
        </p:spPr>
        <p:txBody>
          <a:bodyPr wrap="square" lIns="0" tIns="50800" rIns="0" bIns="50800" rtlCol="0" anchor="t" anchorCtr="0">
            <a:noAutofit/>
          </a:bodyPr>
          <a:lstStyle/>
          <a:p>
            <a:r>
              <a:rPr lang="en-US" sz="1300" dirty="0">
                <a:solidFill>
                  <a:srgbClr val="E2E8F0"/>
                </a:solidFill>
                <a:latin typeface="Consolas" pitchFamily="34" charset="0"/>
                <a:cs typeface="Consolas" pitchFamily="34" charset="-120"/>
              </a:rPr>
              <a:t>NAMED FOLDER/</a:t>
            </a:r>
          </a:p>
          <a:p>
            <a:r>
              <a:rPr lang="en-US" sz="1300" dirty="0">
                <a:solidFill>
                  <a:schemeClr val="accent2"/>
                </a:solidFill>
                <a:latin typeface="Consolas" pitchFamily="34" charset="0"/>
                <a:cs typeface="Consolas" pitchFamily="34" charset="-120"/>
              </a:rPr>
              <a:t>├── rules.md</a:t>
            </a:r>
          </a:p>
          <a:p>
            <a:r>
              <a:rPr lang="en-US" sz="1300" dirty="0">
                <a:solidFill>
                  <a:srgbClr val="FCA5A5"/>
                </a:solidFill>
                <a:latin typeface="Consolas" pitchFamily="34" charset="0"/>
                <a:cs typeface="Consolas" pitchFamily="34" charset="-120"/>
              </a:rPr>
              <a:t>├── AGENTS.md or agents.md</a:t>
            </a:r>
          </a:p>
          <a:p>
            <a:r>
              <a:rPr lang="en-US" sz="1300" dirty="0">
                <a:solidFill>
                  <a:srgbClr val="E2E8F0"/>
                </a:solidFill>
                <a:latin typeface="Consolas" pitchFamily="34" charset="0"/>
                <a:cs typeface="Consolas" pitchFamily="34" charset="-120"/>
              </a:rPr>
              <a:t>├── data/</a:t>
            </a:r>
          </a:p>
          <a:p>
            <a:r>
              <a:rPr lang="en-US" sz="1300" dirty="0">
                <a:solidFill>
                  <a:srgbClr val="FCD34D"/>
                </a:solidFill>
                <a:latin typeface="Consolas" pitchFamily="34" charset="0"/>
                <a:cs typeface="Consolas" pitchFamily="34" charset="-120"/>
              </a:rPr>
              <a:t>│   └── Weekly Hospital Respiratory Data (HRD) Metrics by Jurisdiction.csv</a:t>
            </a:r>
          </a:p>
          <a:p>
            <a:r>
              <a:rPr lang="en-US" sz="1300" dirty="0">
                <a:solidFill>
                  <a:srgbClr val="E2E8F0"/>
                </a:solidFill>
                <a:latin typeface="Consolas" pitchFamily="34" charset="0"/>
                <a:cs typeface="Consolas" pitchFamily="34" charset="-120"/>
              </a:rPr>
              <a:t>└── output/</a:t>
            </a:r>
          </a:p>
          <a:p>
            <a:r>
              <a:rPr lang="en-US" sz="1300" dirty="0">
                <a:solidFill>
                  <a:srgbClr val="E2E8F0"/>
                </a:solidFill>
                <a:latin typeface="Consolas" pitchFamily="34" charset="0"/>
                <a:cs typeface="Consolas" pitchFamily="34" charset="-120"/>
              </a:rPr>
              <a:t>    ├── scripts/</a:t>
            </a:r>
          </a:p>
          <a:p>
            <a:r>
              <a:rPr lang="en-US" sz="1300" dirty="0">
                <a:solidFill>
                  <a:srgbClr val="7DD3FC"/>
                </a:solidFill>
                <a:latin typeface="Consolas" pitchFamily="34" charset="0"/>
                <a:cs typeface="Consolas" pitchFamily="34" charset="-120"/>
              </a:rPr>
              <a:t>    │   ├── 01_cleaning.R</a:t>
            </a:r>
          </a:p>
          <a:p>
            <a:r>
              <a:rPr lang="en-US" sz="1300" dirty="0">
                <a:solidFill>
                  <a:srgbClr val="7DD3FC"/>
                </a:solidFill>
                <a:latin typeface="Consolas" pitchFamily="34" charset="0"/>
                <a:cs typeface="Consolas" pitchFamily="34" charset="-120"/>
              </a:rPr>
              <a:t>    │   ├── 02_data_explore.R</a:t>
            </a:r>
          </a:p>
          <a:p>
            <a:r>
              <a:rPr lang="en-US" sz="1300" dirty="0">
                <a:solidFill>
                  <a:srgbClr val="7DD3FC"/>
                </a:solidFill>
                <a:latin typeface="Consolas" pitchFamily="34" charset="0"/>
                <a:cs typeface="Consolas" pitchFamily="34" charset="-120"/>
              </a:rPr>
              <a:t>    │   ├── 03_forecast.R</a:t>
            </a:r>
          </a:p>
          <a:p>
            <a:r>
              <a:rPr lang="en-US" sz="1300" dirty="0">
                <a:solidFill>
                  <a:srgbClr val="7DD3FC"/>
                </a:solidFill>
                <a:latin typeface="Consolas" pitchFamily="34" charset="0"/>
                <a:cs typeface="Consolas" pitchFamily="34" charset="-120"/>
              </a:rPr>
              <a:t>    │   ├── 04_evaluation.R</a:t>
            </a:r>
          </a:p>
          <a:p>
            <a:r>
              <a:rPr lang="en-US" sz="1300" dirty="0">
                <a:solidFill>
                  <a:srgbClr val="7DD3FC"/>
                </a:solidFill>
                <a:latin typeface="Consolas" pitchFamily="34" charset="0"/>
                <a:cs typeface="Consolas" pitchFamily="34" charset="-120"/>
              </a:rPr>
              <a:t>    │   └── 05_improvements.R</a:t>
            </a:r>
          </a:p>
          <a:p>
            <a:r>
              <a:rPr lang="en-US" sz="1300" dirty="0">
                <a:solidFill>
                  <a:srgbClr val="E2E8F0"/>
                </a:solidFill>
                <a:latin typeface="Consolas" pitchFamily="34" charset="0"/>
                <a:cs typeface="Consolas" pitchFamily="34" charset="-120"/>
              </a:rPr>
              <a:t>    ├── data/</a:t>
            </a:r>
          </a:p>
          <a:p>
            <a:r>
              <a:rPr lang="en-US" sz="1300" dirty="0">
                <a:solidFill>
                  <a:srgbClr val="00B050"/>
                </a:solidFill>
                <a:latin typeface="Consolas" pitchFamily="34" charset="0"/>
                <a:cs typeface="Consolas" pitchFamily="34" charset="-120"/>
              </a:rPr>
              <a:t>    │   ├── 01_cleaning/</a:t>
            </a:r>
          </a:p>
          <a:p>
            <a:r>
              <a:rPr lang="en-US" sz="1300" dirty="0">
                <a:solidFill>
                  <a:srgbClr val="00B050"/>
                </a:solidFill>
                <a:latin typeface="Consolas" pitchFamily="34" charset="0"/>
                <a:cs typeface="Consolas" pitchFamily="34" charset="-120"/>
              </a:rPr>
              <a:t>    │   ├── 02_data_explore/</a:t>
            </a:r>
          </a:p>
          <a:p>
            <a:r>
              <a:rPr lang="en-US" sz="1300" dirty="0">
                <a:solidFill>
                  <a:srgbClr val="00B050"/>
                </a:solidFill>
                <a:latin typeface="Consolas" pitchFamily="34" charset="0"/>
                <a:cs typeface="Consolas" pitchFamily="34" charset="-120"/>
              </a:rPr>
              <a:t>    │   ├── 03_forecast/</a:t>
            </a:r>
          </a:p>
          <a:p>
            <a:r>
              <a:rPr lang="en-US" sz="1300" dirty="0">
                <a:solidFill>
                  <a:srgbClr val="00B050"/>
                </a:solidFill>
                <a:latin typeface="Consolas" pitchFamily="34" charset="0"/>
                <a:cs typeface="Consolas" pitchFamily="34" charset="-120"/>
              </a:rPr>
              <a:t>    │   ├── 04_evaluation/</a:t>
            </a:r>
          </a:p>
          <a:p>
            <a:r>
              <a:rPr lang="en-US" sz="1300" dirty="0">
                <a:solidFill>
                  <a:srgbClr val="00B050"/>
                </a:solidFill>
                <a:latin typeface="Consolas" pitchFamily="34" charset="0"/>
                <a:cs typeface="Consolas" pitchFamily="34" charset="-120"/>
              </a:rPr>
              <a:t>    │   └── 05_improvements/</a:t>
            </a:r>
          </a:p>
          <a:p>
            <a:r>
              <a:rPr lang="en-US" sz="1300" dirty="0">
                <a:solidFill>
                  <a:srgbClr val="E2E8F0"/>
                </a:solidFill>
                <a:latin typeface="Consolas" pitchFamily="34" charset="0"/>
                <a:cs typeface="Consolas" pitchFamily="34" charset="-120"/>
              </a:rPr>
              <a:t>    └── figures/</a:t>
            </a:r>
          </a:p>
          <a:p>
            <a:r>
              <a:rPr lang="en-US" sz="1300" dirty="0">
                <a:solidFill>
                  <a:srgbClr val="00B050"/>
                </a:solidFill>
                <a:latin typeface="Consolas" pitchFamily="34" charset="0"/>
                <a:cs typeface="Consolas" pitchFamily="34" charset="-120"/>
              </a:rPr>
              <a:t>        ├── 01_cleaning/</a:t>
            </a:r>
          </a:p>
          <a:p>
            <a:r>
              <a:rPr lang="en-US" sz="1300" dirty="0">
                <a:solidFill>
                  <a:srgbClr val="00B050"/>
                </a:solidFill>
                <a:latin typeface="Consolas" pitchFamily="34" charset="0"/>
                <a:cs typeface="Consolas" pitchFamily="34" charset="-120"/>
              </a:rPr>
              <a:t>        ├── 02_data_explore/</a:t>
            </a:r>
          </a:p>
          <a:p>
            <a:r>
              <a:rPr lang="en-US" sz="1300" dirty="0">
                <a:solidFill>
                  <a:srgbClr val="00B050"/>
                </a:solidFill>
                <a:latin typeface="Consolas" pitchFamily="34" charset="0"/>
                <a:cs typeface="Consolas" pitchFamily="34" charset="-120"/>
              </a:rPr>
              <a:t>        ├── 03_forecast/</a:t>
            </a:r>
          </a:p>
          <a:p>
            <a:r>
              <a:rPr lang="en-US" sz="1300" dirty="0">
                <a:solidFill>
                  <a:srgbClr val="00B050"/>
                </a:solidFill>
                <a:latin typeface="Consolas" pitchFamily="34" charset="0"/>
                <a:cs typeface="Consolas" pitchFamily="34" charset="-120"/>
              </a:rPr>
              <a:t>        ├── 04_evaluation/</a:t>
            </a:r>
          </a:p>
          <a:p>
            <a:r>
              <a:rPr lang="en-US" sz="1300" dirty="0">
                <a:solidFill>
                  <a:srgbClr val="00B050"/>
                </a:solidFill>
                <a:latin typeface="Consolas" pitchFamily="34" charset="0"/>
                <a:cs typeface="Consolas" pitchFamily="34" charset="-120"/>
              </a:rPr>
              <a:t>        └── 05_improvements/</a:t>
            </a:r>
          </a:p>
        </p:txBody>
      </p:sp>
      <p:sp>
        <p:nvSpPr>
          <p:cNvPr id="8" name="Title 7">
            <a:extLst>
              <a:ext uri="{FF2B5EF4-FFF2-40B4-BE49-F238E27FC236}">
                <a16:creationId xmlns:a16="http://schemas.microsoft.com/office/drawing/2014/main" id="{1011B653-9E65-FCE7-D499-A86129138AFC}"/>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Final Directory Structure: Your Folder</a:t>
            </a:r>
          </a:p>
        </p:txBody>
      </p:sp>
    </p:spTree>
    <p:extLst>
      <p:ext uri="{BB962C8B-B14F-4D97-AF65-F5344CB8AC3E}">
        <p14:creationId xmlns:p14="http://schemas.microsoft.com/office/powerpoint/2010/main" val="32631301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8557053d-843a-4964-9b9d-64f03fa34b3b"/>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61F2AC8-EF05-4F10-B2A3-BF2733B5C5A5}">
  <we:reference id="WA200010001" version="1.0.0.1" store="Omex" storeType="OMEX"/>
  <we:alternateReferences>
    <we:reference id="WA200010001" version="1.0.0.1" store="WA200010001" storeType="OMEX"/>
  </we:alternateReferences>
  <we:properties>
    <we:property name="claude.fileId" value="&quot;7b11750b-d03b-4b73-b806-e85a4cdf6bc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2223</TotalTime>
  <Words>1738</Words>
  <Application>Microsoft Office PowerPoint</Application>
  <PresentationFormat>Widescreen</PresentationFormat>
  <Paragraphs>167</Paragraphs>
  <Slides>26</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Aptos Display</vt:lpstr>
      <vt:lpstr>Arial</vt:lpstr>
      <vt:lpstr>Consolas</vt:lpstr>
      <vt:lpstr>Trebuchet MS</vt:lpstr>
      <vt:lpstr>Office Theme</vt:lpstr>
      <vt:lpstr>Introduction to GitHub</vt:lpstr>
      <vt:lpstr>PowerPoint Presentation</vt:lpstr>
      <vt:lpstr>PowerPoint Presentation</vt:lpstr>
      <vt:lpstr>Task Overviews</vt:lpstr>
      <vt:lpstr>Goal Output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Directory Structure</vt:lpstr>
      <vt:lpstr>PowerPoint Presentation</vt:lpstr>
      <vt:lpstr>PowerPoint Presentation</vt:lpstr>
      <vt:lpstr>PowerPoint Presentation</vt:lpstr>
      <vt:lpstr>Final Directory Structure: Your Folder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2</cp:revision>
  <dcterms:created xsi:type="dcterms:W3CDTF">2026-06-30T14:49:18Z</dcterms:created>
  <dcterms:modified xsi:type="dcterms:W3CDTF">2026-07-20T02:26:59Z</dcterms:modified>
</cp:coreProperties>
</file>