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5" r:id="rId3"/>
    <p:sldId id="310" r:id="rId4"/>
    <p:sldId id="311" r:id="rId5"/>
    <p:sldId id="312" r:id="rId6"/>
    <p:sldId id="313" r:id="rId7"/>
    <p:sldId id="31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E802B3-09EB-4256-A9AE-19F32F011CE6}" v="7" dt="2026-07-15T14:30:48.9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47" d="100"/>
          <a:sy n="47" d="100"/>
        </p:scale>
        <p:origin x="53" y="72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bleic@clemson.edu" userId="43615028507_tp_box_2" providerId="OAuth2" clId="{5F4B9ABB-DEB5-4DC3-A8F9-1752A2D02C85}"/>
    <pc:docChg chg="modSld">
      <pc:chgData name="ambleic@clemson.edu" userId="43615028507_tp_box_2" providerId="OAuth2" clId="{5F4B9ABB-DEB5-4DC3-A8F9-1752A2D02C85}" dt="2026-07-15T14:30:48.963" v="6" actId="20577"/>
      <pc:docMkLst>
        <pc:docMk/>
      </pc:docMkLst>
      <pc:sldChg chg="modSp">
        <pc:chgData name="ambleic@clemson.edu" userId="43615028507_tp_box_2" providerId="OAuth2" clId="{5F4B9ABB-DEB5-4DC3-A8F9-1752A2D02C85}" dt="2026-07-15T14:30:23.287" v="0" actId="113"/>
        <pc:sldMkLst>
          <pc:docMk/>
          <pc:sldMk cId="1529754036" sldId="310"/>
        </pc:sldMkLst>
        <pc:spChg chg="mod">
          <ac:chgData name="ambleic@clemson.edu" userId="43615028507_tp_box_2" providerId="OAuth2" clId="{5F4B9ABB-DEB5-4DC3-A8F9-1752A2D02C85}" dt="2026-07-15T14:30:23.287" v="0" actId="113"/>
          <ac:spMkLst>
            <pc:docMk/>
            <pc:sldMk cId="1529754036" sldId="310"/>
            <ac:spMk id="9" creationId="{C94EEE86-014B-7E5D-0EA9-04B7F0539F9D}"/>
          </ac:spMkLst>
        </pc:spChg>
      </pc:sldChg>
      <pc:sldChg chg="modSp">
        <pc:chgData name="ambleic@clemson.edu" userId="43615028507_tp_box_2" providerId="OAuth2" clId="{5F4B9ABB-DEB5-4DC3-A8F9-1752A2D02C85}" dt="2026-07-15T14:30:31.938" v="1" actId="20577"/>
        <pc:sldMkLst>
          <pc:docMk/>
          <pc:sldMk cId="1545257005" sldId="311"/>
        </pc:sldMkLst>
        <pc:spChg chg="mod">
          <ac:chgData name="ambleic@clemson.edu" userId="43615028507_tp_box_2" providerId="OAuth2" clId="{5F4B9ABB-DEB5-4DC3-A8F9-1752A2D02C85}" dt="2026-07-15T14:30:31.938" v="1" actId="20577"/>
          <ac:spMkLst>
            <pc:docMk/>
            <pc:sldMk cId="1545257005" sldId="311"/>
            <ac:spMk id="6" creationId="{5673E481-68FB-1280-90A9-EC263C47FB5C}"/>
          </ac:spMkLst>
        </pc:spChg>
      </pc:sldChg>
      <pc:sldChg chg="modSp">
        <pc:chgData name="ambleic@clemson.edu" userId="43615028507_tp_box_2" providerId="OAuth2" clId="{5F4B9ABB-DEB5-4DC3-A8F9-1752A2D02C85}" dt="2026-07-15T14:30:38.169" v="3" actId="20577"/>
        <pc:sldMkLst>
          <pc:docMk/>
          <pc:sldMk cId="1081957835" sldId="312"/>
        </pc:sldMkLst>
        <pc:spChg chg="mod">
          <ac:chgData name="ambleic@clemson.edu" userId="43615028507_tp_box_2" providerId="OAuth2" clId="{5F4B9ABB-DEB5-4DC3-A8F9-1752A2D02C85}" dt="2026-07-15T14:30:35.818" v="2" actId="20577"/>
          <ac:spMkLst>
            <pc:docMk/>
            <pc:sldMk cId="1081957835" sldId="312"/>
            <ac:spMk id="12" creationId="{B6AB708C-3775-0EA4-46A2-7EA1DC75B9CA}"/>
          </ac:spMkLst>
        </pc:spChg>
        <pc:spChg chg="mod">
          <ac:chgData name="ambleic@clemson.edu" userId="43615028507_tp_box_2" providerId="OAuth2" clId="{5F4B9ABB-DEB5-4DC3-A8F9-1752A2D02C85}" dt="2026-07-15T14:30:38.169" v="3" actId="20577"/>
          <ac:spMkLst>
            <pc:docMk/>
            <pc:sldMk cId="1081957835" sldId="312"/>
            <ac:spMk id="14" creationId="{BDE75AB0-C339-6389-D283-AA994865C0F1}"/>
          </ac:spMkLst>
        </pc:spChg>
      </pc:sldChg>
      <pc:sldChg chg="modSp">
        <pc:chgData name="ambleic@clemson.edu" userId="43615028507_tp_box_2" providerId="OAuth2" clId="{5F4B9ABB-DEB5-4DC3-A8F9-1752A2D02C85}" dt="2026-07-15T14:30:45.670" v="5" actId="20577"/>
        <pc:sldMkLst>
          <pc:docMk/>
          <pc:sldMk cId="2023839275" sldId="313"/>
        </pc:sldMkLst>
        <pc:spChg chg="mod">
          <ac:chgData name="ambleic@clemson.edu" userId="43615028507_tp_box_2" providerId="OAuth2" clId="{5F4B9ABB-DEB5-4DC3-A8F9-1752A2D02C85}" dt="2026-07-15T14:30:42.306" v="4" actId="20577"/>
          <ac:spMkLst>
            <pc:docMk/>
            <pc:sldMk cId="2023839275" sldId="313"/>
            <ac:spMk id="9" creationId="{09BA6432-DB97-49DD-20D6-6532E7FB0853}"/>
          </ac:spMkLst>
        </pc:spChg>
        <pc:spChg chg="mod">
          <ac:chgData name="ambleic@clemson.edu" userId="43615028507_tp_box_2" providerId="OAuth2" clId="{5F4B9ABB-DEB5-4DC3-A8F9-1752A2D02C85}" dt="2026-07-15T14:30:45.670" v="5" actId="20577"/>
          <ac:spMkLst>
            <pc:docMk/>
            <pc:sldMk cId="2023839275" sldId="313"/>
            <ac:spMk id="11" creationId="{57E22EAF-4642-6289-3611-7E2631AED34C}"/>
          </ac:spMkLst>
        </pc:spChg>
      </pc:sldChg>
      <pc:sldChg chg="modSp">
        <pc:chgData name="ambleic@clemson.edu" userId="43615028507_tp_box_2" providerId="OAuth2" clId="{5F4B9ABB-DEB5-4DC3-A8F9-1752A2D02C85}" dt="2026-07-15T14:30:48.963" v="6" actId="20577"/>
        <pc:sldMkLst>
          <pc:docMk/>
          <pc:sldMk cId="2255003702" sldId="314"/>
        </pc:sldMkLst>
        <pc:spChg chg="mod">
          <ac:chgData name="ambleic@clemson.edu" userId="43615028507_tp_box_2" providerId="OAuth2" clId="{5F4B9ABB-DEB5-4DC3-A8F9-1752A2D02C85}" dt="2026-07-15T14:30:48.963" v="6" actId="20577"/>
          <ac:spMkLst>
            <pc:docMk/>
            <pc:sldMk cId="2255003702" sldId="314"/>
            <ac:spMk id="6" creationId="{4F17076A-E86A-B4BC-91D6-1BBDD0E3B4B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840F-73FA-CFF4-F863-7097CDCA5B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0D4192-A417-ADAB-2689-5081A44EB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8C490-ED91-10DC-96BA-D37E29AB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685D0-FE03-4E00-9051-9BB00869502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E8314-3CF4-D871-A801-15D830899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F3694-8A3B-A518-9458-0AA908457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4133-6EF4-4935-9961-0E8A534D4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305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F657-19D8-B75D-065E-0C46B3ACC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ACD61-646A-8FA4-436D-6CBA1BC87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223B5-7F66-4B47-C5FC-50F5E5F12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685D0-FE03-4E00-9051-9BB00869502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F1514-6458-A8FA-4CD9-1F0A1B13A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E6EC8-9140-84B3-95E1-BF77918B2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4133-6EF4-4935-9961-0E8A534D4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353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F84E7-60F3-FA32-1104-92B328186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51F82-DD11-FCA1-4321-A4ACB96CF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EF038-8A9B-F332-B257-CBD7C22D6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685D0-FE03-4E00-9051-9BB00869502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9E9CE-7027-DFA7-5972-FF21AA5E3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73DFE-AC98-FC75-1DAB-BA8036D99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4133-6EF4-4935-9961-0E8A534D4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305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D83DC-9276-A85E-36DB-9C3743F58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C746D-9A66-D063-CD49-D24F9B9F5D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280EB-DE2A-0965-7246-8DA552C25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F06D85-5461-5143-25E3-22CFF06FB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685D0-FE03-4E00-9051-9BB00869502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09186E-10BD-6AEE-E8AA-9D31BF96B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563BC9-F020-CBE9-8B86-C67BB76F4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4133-6EF4-4935-9961-0E8A534D4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238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6E072-F6E0-06A5-961C-4D4DB650F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F6BEB-E244-AEEC-031D-A546E739F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6D17C1-BBDB-24A4-CA4F-1C9B944A3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8E3A3A-EBFA-765A-4C82-A5647EC00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751101-E8E3-84F7-D76C-4300F3F3FB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18C66A-F717-A879-F12E-7440D84C6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685D0-FE03-4E00-9051-9BB00869502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B17679-B34D-B47D-D605-07B5ECA13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87064C-36F1-9801-EDB4-621882295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4133-6EF4-4935-9961-0E8A534D4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619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B70FE-1583-C892-5A3D-17A189D35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E2AB10-183B-03BE-BDA8-6BD8DD7DF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685D0-FE03-4E00-9051-9BB00869502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B6FB2F-9F0B-997A-270A-0E818F287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60DEBE-5953-B883-BF8F-8292E0494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4133-6EF4-4935-9961-0E8A534D4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588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A759AA-DB15-63C3-19D5-E5A285E86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685D0-FE03-4E00-9051-9BB00869502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B59DD3-6DF0-8024-F98A-AE51B5FAA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A63A8-DC59-12D6-57BA-155D55DF9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4133-6EF4-4935-9961-0E8A534D4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31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AD2DC-C361-37E9-423F-C1213FD81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A0084-B87D-19A5-E802-4AD06DBD1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000B3-D727-FFD8-C471-23CBF934C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CE9B9E-B213-97A7-D7DE-3A6D12CA1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685D0-FE03-4E00-9051-9BB00869502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B13AE4-B4A4-C023-976A-CACB2EBD4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2C74D6-ABE0-CFCD-0E62-B59E71A0E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4133-6EF4-4935-9961-0E8A534D4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81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E17FC-6878-13A8-EE3D-ACC68E221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0C1C7D-AD4F-93AD-0316-4FC8026AA2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F34FEE-930D-CB08-50BA-3DEFCC1D2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573C29-0A02-6616-DAEA-572D73E2C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685D0-FE03-4E00-9051-9BB00869502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8FB00-E460-06F4-7A0E-F1213E405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1A0885-6F66-CA72-234D-D0370B23F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4133-6EF4-4935-9961-0E8A534D4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30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A456B-E84B-C639-3295-CA59A79C9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2BBDB0-A3B1-5C1F-1D7E-11EF2207E5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FC3CD-01B9-E2A3-BFCC-CA2AC0FB3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685D0-FE03-4E00-9051-9BB00869502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42A75-7B7B-DE97-F64E-109329052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6F157-01F9-A785-2A3D-194F4E51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4133-6EF4-4935-9961-0E8A534D4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072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D25E37-8A2A-5B92-747B-C43666688A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13650D-C2AE-B467-27AD-7ACB0D02D7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2221F-1569-517D-4303-36B5BBD6F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685D0-FE03-4E00-9051-9BB00869502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D1382-3DCB-DAA8-5F58-5FF5D8233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F72B4-86BB-7C2E-5DB1-599765037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4133-6EF4-4935-9961-0E8A534D4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110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605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95543C-1175-4AD5-979E-44101E920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AE3AA3-9ACF-9998-9AD4-4D5ECB34D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ECA10-FAD9-6FF0-92FC-A8C153E326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C685D0-FE03-4E00-9051-9BB00869502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27E4C-1DD1-09DB-7D8A-421A6C99A5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B483A-78BD-0034-B9FC-078D80AA69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314133-6EF4-4935-9961-0E8A534D4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270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ambleic@clemson.edu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wnload?_exp_download=fb315fc982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2B1F-060B-A0DE-C4E6-9E9802E9F6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Downloading VS Code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4178C-AE0F-47AF-7BE9-B869913761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9129"/>
            <a:ext cx="9144000" cy="1655762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SISMID Lab Supplemental Material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July 22 through July 24, 2026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Human – AI Teaming Approach to Infectious Disease Modeling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666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14C20-FF5D-4F85-7F34-C937492C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20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Roadmap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22144-38AE-9D29-1A34-75FC32FD7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1800"/>
            <a:ext cx="10515600" cy="4351338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slide deck provides a step-by-step walkthrough of downloading Visual Studio Code (VS Code) onto your local system.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you run into issues, please first work with the AI of your choice to troubleshoot.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you continue to have issues, please reach out to Amanda Bleichrodt (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ambleic@clemson.edu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1594787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E57668-5AB6-DBB5-8500-F82692A11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3" y="47625"/>
            <a:ext cx="11291034" cy="61532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A267D7-8AAE-E838-191F-FD626599C629}"/>
              </a:ext>
            </a:extLst>
          </p:cNvPr>
          <p:cNvSpPr txBox="1"/>
          <p:nvPr/>
        </p:nvSpPr>
        <p:spPr>
          <a:xfrm>
            <a:off x="3048000" y="6316146"/>
            <a:ext cx="6096000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https://code.visualstudio.com/download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F76479-6128-FC11-382C-D2DA08D02857}"/>
              </a:ext>
            </a:extLst>
          </p:cNvPr>
          <p:cNvCxnSpPr>
            <a:cxnSpLocks/>
            <a:stCxn id="11" idx="1"/>
            <a:endCxn id="7" idx="3"/>
          </p:cNvCxnSpPr>
          <p:nvPr/>
        </p:nvCxnSpPr>
        <p:spPr>
          <a:xfrm flipH="1" flipV="1">
            <a:off x="8458200" y="3281363"/>
            <a:ext cx="1016367" cy="88630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1EACAB18-6B6C-E305-8A54-5230CEB269C1}"/>
              </a:ext>
            </a:extLst>
          </p:cNvPr>
          <p:cNvSpPr/>
          <p:nvPr/>
        </p:nvSpPr>
        <p:spPr>
          <a:xfrm>
            <a:off x="3324225" y="2971800"/>
            <a:ext cx="5133975" cy="61912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164DDF-6FA0-B871-19E9-19B7D1D0D59F}"/>
              </a:ext>
            </a:extLst>
          </p:cNvPr>
          <p:cNvSpPr txBox="1"/>
          <p:nvPr/>
        </p:nvSpPr>
        <p:spPr>
          <a:xfrm>
            <a:off x="9474567" y="3429000"/>
            <a:ext cx="1857375" cy="1477328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Step 2: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Install the appropriate VS Code for your operating system.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4EEE86-014B-7E5D-0EA9-04B7F0539F9D}"/>
              </a:ext>
            </a:extLst>
          </p:cNvPr>
          <p:cNvSpPr txBox="1"/>
          <p:nvPr/>
        </p:nvSpPr>
        <p:spPr>
          <a:xfrm>
            <a:off x="450483" y="3705999"/>
            <a:ext cx="1857375" cy="1200329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Step 1: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Navigate to the VS Code webpage.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F09234-CB18-273E-62C6-D6F4DC08661E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>
            <a:off x="2307858" y="4306164"/>
            <a:ext cx="740142" cy="221003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9754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DABF5A-9FE8-B3AF-DF9D-8788CCF96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048" y="675696"/>
            <a:ext cx="7953905" cy="53923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6C68FB8-2697-DA75-45F2-318AF5276AD4}"/>
              </a:ext>
            </a:extLst>
          </p:cNvPr>
          <p:cNvSpPr/>
          <p:nvPr/>
        </p:nvSpPr>
        <p:spPr>
          <a:xfrm>
            <a:off x="5991225" y="1409700"/>
            <a:ext cx="3419475" cy="71437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F6F8A12-7F14-7766-586E-D11D21217AEC}"/>
              </a:ext>
            </a:extLst>
          </p:cNvPr>
          <p:cNvCxnSpPr>
            <a:endCxn id="2" idx="1"/>
          </p:cNvCxnSpPr>
          <p:nvPr/>
        </p:nvCxnSpPr>
        <p:spPr>
          <a:xfrm flipV="1">
            <a:off x="3286125" y="1766888"/>
            <a:ext cx="2705100" cy="149066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673E481-68FB-1280-90A9-EC263C47FB5C}"/>
              </a:ext>
            </a:extLst>
          </p:cNvPr>
          <p:cNvSpPr txBox="1"/>
          <p:nvPr/>
        </p:nvSpPr>
        <p:spPr>
          <a:xfrm>
            <a:off x="1428750" y="2518886"/>
            <a:ext cx="1857375" cy="147732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Step 3: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Open the newly downloaded VS Code set-up wizard.  </a:t>
            </a:r>
          </a:p>
        </p:txBody>
      </p:sp>
    </p:spTree>
    <p:extLst>
      <p:ext uri="{BB962C8B-B14F-4D97-AF65-F5344CB8AC3E}">
        <p14:creationId xmlns:p14="http://schemas.microsoft.com/office/powerpoint/2010/main" val="1545257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753F39-CBB5-C271-982F-86F30851C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046" y="741657"/>
            <a:ext cx="6567908" cy="537468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FB94AC6-44FE-ED4C-28F2-B6746926EAB9}"/>
              </a:ext>
            </a:extLst>
          </p:cNvPr>
          <p:cNvSpPr/>
          <p:nvPr/>
        </p:nvSpPr>
        <p:spPr>
          <a:xfrm>
            <a:off x="3333750" y="4895849"/>
            <a:ext cx="1514475" cy="314325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DBBB3AF-CB71-5386-354A-A355D7363D4A}"/>
              </a:ext>
            </a:extLst>
          </p:cNvPr>
          <p:cNvCxnSpPr>
            <a:cxnSpLocks/>
            <a:stCxn id="12" idx="3"/>
            <a:endCxn id="2" idx="1"/>
          </p:cNvCxnSpPr>
          <p:nvPr/>
        </p:nvCxnSpPr>
        <p:spPr>
          <a:xfrm flipV="1">
            <a:off x="2083383" y="5053012"/>
            <a:ext cx="1250367" cy="48440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1798D25-54D4-E565-72A6-3BC0F4B8C6E1}"/>
              </a:ext>
            </a:extLst>
          </p:cNvPr>
          <p:cNvSpPr/>
          <p:nvPr/>
        </p:nvSpPr>
        <p:spPr>
          <a:xfrm>
            <a:off x="7305675" y="5510212"/>
            <a:ext cx="1000125" cy="37623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B82092A-84F4-A6B8-AB26-236E3699ED1F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8288256" y="4745056"/>
            <a:ext cx="2428875" cy="95327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6AB708C-3775-0EA4-46A2-7EA1DC75B9CA}"/>
              </a:ext>
            </a:extLst>
          </p:cNvPr>
          <p:cNvSpPr txBox="1"/>
          <p:nvPr/>
        </p:nvSpPr>
        <p:spPr>
          <a:xfrm>
            <a:off x="226008" y="5075752"/>
            <a:ext cx="1857375" cy="92333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Step 4: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Click “I accept the agreement”.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E75AB0-C339-6389-D283-AA994865C0F1}"/>
              </a:ext>
            </a:extLst>
          </p:cNvPr>
          <p:cNvSpPr txBox="1"/>
          <p:nvPr/>
        </p:nvSpPr>
        <p:spPr>
          <a:xfrm>
            <a:off x="9788443" y="4098725"/>
            <a:ext cx="1857375" cy="646331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Step 5: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Click “Next”.</a:t>
            </a:r>
          </a:p>
        </p:txBody>
      </p:sp>
    </p:spTree>
    <p:extLst>
      <p:ext uri="{BB962C8B-B14F-4D97-AF65-F5344CB8AC3E}">
        <p14:creationId xmlns:p14="http://schemas.microsoft.com/office/powerpoint/2010/main" val="1081957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12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B6D68C-3BB0-F366-9721-8BE0082F0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604" y="651938"/>
            <a:ext cx="7264793" cy="555412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19BF769-B954-93E8-5FA2-5865391320D3}"/>
              </a:ext>
            </a:extLst>
          </p:cNvPr>
          <p:cNvSpPr/>
          <p:nvPr/>
        </p:nvSpPr>
        <p:spPr>
          <a:xfrm>
            <a:off x="3181350" y="2562225"/>
            <a:ext cx="285750" cy="1609725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535698D-CA37-82ED-810A-55C974608D80}"/>
              </a:ext>
            </a:extLst>
          </p:cNvPr>
          <p:cNvCxnSpPr>
            <a:cxnSpLocks/>
            <a:stCxn id="9" idx="0"/>
            <a:endCxn id="2" idx="1"/>
          </p:cNvCxnSpPr>
          <p:nvPr/>
        </p:nvCxnSpPr>
        <p:spPr>
          <a:xfrm flipV="1">
            <a:off x="1136257" y="3367088"/>
            <a:ext cx="2045093" cy="99518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949FB2B2-01C3-DED9-F32F-34031FF17575}"/>
              </a:ext>
            </a:extLst>
          </p:cNvPr>
          <p:cNvSpPr/>
          <p:nvPr/>
        </p:nvSpPr>
        <p:spPr>
          <a:xfrm>
            <a:off x="7448550" y="5562599"/>
            <a:ext cx="952500" cy="36195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1437FFD-F2F0-B43F-A04D-119FD6FBDA1C}"/>
              </a:ext>
            </a:extLst>
          </p:cNvPr>
          <p:cNvCxnSpPr>
            <a:cxnSpLocks/>
            <a:stCxn id="11" idx="1"/>
            <a:endCxn id="6" idx="3"/>
          </p:cNvCxnSpPr>
          <p:nvPr/>
        </p:nvCxnSpPr>
        <p:spPr>
          <a:xfrm flipH="1">
            <a:off x="8401050" y="3894951"/>
            <a:ext cx="1520361" cy="184862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9BA6432-DB97-49DD-20D6-6532E7FB0853}"/>
              </a:ext>
            </a:extLst>
          </p:cNvPr>
          <p:cNvSpPr txBox="1"/>
          <p:nvPr/>
        </p:nvSpPr>
        <p:spPr>
          <a:xfrm>
            <a:off x="207569" y="4362270"/>
            <a:ext cx="1857375" cy="120032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Step 6: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Make sure all additional tasks are selected.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E22EAF-4642-6289-3611-7E2631AED34C}"/>
              </a:ext>
            </a:extLst>
          </p:cNvPr>
          <p:cNvSpPr txBox="1"/>
          <p:nvPr/>
        </p:nvSpPr>
        <p:spPr>
          <a:xfrm>
            <a:off x="9921411" y="3571785"/>
            <a:ext cx="1857375" cy="646331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Step 7: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Click “Next”.</a:t>
            </a:r>
          </a:p>
        </p:txBody>
      </p:sp>
    </p:spTree>
    <p:extLst>
      <p:ext uri="{BB962C8B-B14F-4D97-AF65-F5344CB8AC3E}">
        <p14:creationId xmlns:p14="http://schemas.microsoft.com/office/powerpoint/2010/main" val="2023839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9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69ADBE-F3CF-3C79-5C3F-FFA92A004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827" y="555457"/>
            <a:ext cx="7290347" cy="570598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1DF8742-94FB-8D2B-573A-0028805647B7}"/>
              </a:ext>
            </a:extLst>
          </p:cNvPr>
          <p:cNvSpPr/>
          <p:nvPr/>
        </p:nvSpPr>
        <p:spPr>
          <a:xfrm>
            <a:off x="7520683" y="5656833"/>
            <a:ext cx="945976" cy="409575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96D9B89-4981-2598-1074-53DD5BBF2FF0}"/>
              </a:ext>
            </a:extLst>
          </p:cNvPr>
          <p:cNvCxnSpPr>
            <a:cxnSpLocks/>
            <a:stCxn id="6" idx="2"/>
            <a:endCxn id="2" idx="3"/>
          </p:cNvCxnSpPr>
          <p:nvPr/>
        </p:nvCxnSpPr>
        <p:spPr>
          <a:xfrm flipH="1">
            <a:off x="8466659" y="4177168"/>
            <a:ext cx="2325636" cy="168445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F17076A-E86A-B4BC-91D6-1BBDD0E3B4B2}"/>
              </a:ext>
            </a:extLst>
          </p:cNvPr>
          <p:cNvSpPr txBox="1"/>
          <p:nvPr/>
        </p:nvSpPr>
        <p:spPr>
          <a:xfrm>
            <a:off x="9863607" y="3530837"/>
            <a:ext cx="1857375" cy="646331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Step 8: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Click “Install”.</a:t>
            </a:r>
          </a:p>
        </p:txBody>
      </p:sp>
    </p:spTree>
    <p:extLst>
      <p:ext uri="{BB962C8B-B14F-4D97-AF65-F5344CB8AC3E}">
        <p14:creationId xmlns:p14="http://schemas.microsoft.com/office/powerpoint/2010/main" val="2255003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170</Words>
  <Application>Microsoft Office PowerPoint</Application>
  <PresentationFormat>Widescreen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Downloading VS Code</vt:lpstr>
      <vt:lpstr>Roadmap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Amanda Marie Bleichrodt</dc:creator>
  <cp:lastModifiedBy>Amanda Marie Bleichrodt</cp:lastModifiedBy>
  <cp:revision>2</cp:revision>
  <dcterms:created xsi:type="dcterms:W3CDTF">2026-05-27T20:35:34Z</dcterms:created>
  <dcterms:modified xsi:type="dcterms:W3CDTF">2026-07-15T14:30:50Z</dcterms:modified>
</cp:coreProperties>
</file>