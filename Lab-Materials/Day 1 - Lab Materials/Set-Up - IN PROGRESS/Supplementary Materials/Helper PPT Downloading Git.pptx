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420" r:id="rId2"/>
    <p:sldId id="315" r:id="rId3"/>
    <p:sldId id="413" r:id="rId4"/>
    <p:sldId id="414" r:id="rId5"/>
    <p:sldId id="415" r:id="rId6"/>
    <p:sldId id="418" r:id="rId7"/>
    <p:sldId id="416" r:id="rId8"/>
    <p:sldId id="417" r:id="rId9"/>
    <p:sldId id="419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AA045C-229B-4406-8F47-AEB9E092C86F}" v="23" dt="2026-07-15T14:52:21.8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47" d="100"/>
          <a:sy n="47" d="100"/>
        </p:scale>
        <p:origin x="53" y="7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bleic@clemson.edu" userId="43615028507_tp_box_2" providerId="OAuth2" clId="{5F4B9ABB-DEB5-4DC3-A8F9-1752A2D02C85}"/>
    <pc:docChg chg="modSld">
      <pc:chgData name="ambleic@clemson.edu" userId="43615028507_tp_box_2" providerId="OAuth2" clId="{5F4B9ABB-DEB5-4DC3-A8F9-1752A2D02C85}" dt="2026-07-15T14:52:21.847" v="22" actId="20577"/>
      <pc:docMkLst>
        <pc:docMk/>
      </pc:docMkLst>
      <pc:sldChg chg="modSp">
        <pc:chgData name="ambleic@clemson.edu" userId="43615028507_tp_box_2" providerId="OAuth2" clId="{5F4B9ABB-DEB5-4DC3-A8F9-1752A2D02C85}" dt="2026-07-15T14:52:21.847" v="22" actId="20577"/>
        <pc:sldMkLst>
          <pc:docMk/>
          <pc:sldMk cId="1688636288" sldId="414"/>
        </pc:sldMkLst>
        <pc:spChg chg="mod">
          <ac:chgData name="ambleic@clemson.edu" userId="43615028507_tp_box_2" providerId="OAuth2" clId="{5F4B9ABB-DEB5-4DC3-A8F9-1752A2D02C85}" dt="2026-07-15T14:52:21.847" v="22" actId="20577"/>
          <ac:spMkLst>
            <pc:docMk/>
            <pc:sldMk cId="1688636288" sldId="414"/>
            <ac:spMk id="3" creationId="{D81AC432-182A-F1A2-DB0A-DF7763DC43CF}"/>
          </ac:spMkLst>
        </pc:spChg>
        <pc:cxnChg chg="mod">
          <ac:chgData name="ambleic@clemson.edu" userId="43615028507_tp_box_2" providerId="OAuth2" clId="{5F4B9ABB-DEB5-4DC3-A8F9-1752A2D02C85}" dt="2026-07-15T14:52:19.865" v="11" actId="20577"/>
          <ac:cxnSpMkLst>
            <pc:docMk/>
            <pc:sldMk cId="1688636288" sldId="414"/>
            <ac:cxnSpMk id="6" creationId="{7468B931-22E5-D93E-03C1-027E9D95193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1E6EB4-C10D-4081-9A99-8CB78BD40EB3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01AFA1-7F37-4185-8660-E67D86F4B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36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01AFA1-7F37-4185-8660-E67D86F4B9D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40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75FC-E98A-E72E-831F-FC3D67C78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822E63-6093-AF61-0BA1-281CF9E28E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2F12D-93D4-CC63-ECA3-0D4E977C5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6473-EB3D-4693-ACFD-CE388FE1731A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4B2C7-21B5-8BB2-D353-DD5835A4B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9E892-BBDE-B0CA-9756-628798E41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EB31E-3118-45BC-91CE-C3829C470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313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DD729-906C-3BAB-806E-3A7C8476D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FC890-A633-9A4A-7287-6F4211BAF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8FCE5-9F15-99CE-CD70-66A74E040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6473-EB3D-4693-ACFD-CE388FE1731A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8879A-851F-9C93-5B82-3EC4D0635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71468-6761-D511-D8DF-E78CED628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EB31E-3118-45BC-91CE-C3829C470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79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1C557-3C27-2613-A3A6-D66B8328A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CD029-3971-C40E-5D50-8552D61F6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EA273-1097-7F44-6954-83B4B0AE7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6473-EB3D-4693-ACFD-CE388FE1731A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D1AD8-75D1-37B6-6F78-6EEDE8FB8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DEF8E-56A2-FB1E-5597-CC7964195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EB31E-3118-45BC-91CE-C3829C470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583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9AA95-B007-A17F-B8FD-C197A047A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47141-1607-6EED-ACD3-7FED0FED93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4246E-B243-1BDD-0DAC-EE3E62D96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8626B-A788-2094-006F-BADD77539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6473-EB3D-4693-ACFD-CE388FE1731A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39400-6BCB-FEAD-5705-1BD8C3C88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CDDC5-DAF0-5C5A-CCEA-F7FD3C38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EB31E-3118-45BC-91CE-C3829C470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50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987EC-89D8-5EF4-8D50-3ADB1A80D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780EF-C4BE-1A26-3208-75DE1D2B7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BC1D1-9CD3-6F3B-CAA7-97132FA11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4C0BCB-FFDD-351D-C02B-65DC6AE061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C7C24D-1D75-C0D7-4465-3228B95AD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3D06D3-E4B8-0D5E-A7F4-1D77C5714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6473-EB3D-4693-ACFD-CE388FE1731A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180A64-1B24-E6C3-96EC-503F1DEA6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71AE7-98B6-B7F1-E303-92C70170B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EB31E-3118-45BC-91CE-C3829C470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157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993AA-0A8A-E663-F05F-0D631342A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A94DC4-9EDD-84A7-480B-3FA69914D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6473-EB3D-4693-ACFD-CE388FE1731A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974064-351A-F3DE-71E8-06FCC509B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B65E1D-2D86-473E-B2A2-48F52506C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EB31E-3118-45BC-91CE-C3829C470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500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C3260B-264E-D89A-21BD-B6AD556D8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6473-EB3D-4693-ACFD-CE388FE1731A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12FD6-D5C9-FB95-60B1-4DC00453E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3EA62-7B32-71BA-CE13-7D84F8084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EB31E-3118-45BC-91CE-C3829C470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7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F56BC-913C-ED96-55F2-CEBDA8D22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D9369-179A-EE46-8B09-2D912046C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226F6-A2BA-2EF3-E2C3-EF11C053B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780ED-7151-E228-E9B5-4D450D400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6473-EB3D-4693-ACFD-CE388FE1731A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197E56-5126-F0F3-1F5D-5EFF88090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AFB76-7550-0AF6-3B75-7773E51DB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EB31E-3118-45BC-91CE-C3829C470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53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7D94C-24ED-F2BA-8A9C-290BBBF9A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3D4342-0BE4-5D14-F68E-1A7B844271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10F2D5-E852-6A9D-3D20-6389B03FC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3474A-C1F2-D7D9-821B-7C354957B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6473-EB3D-4693-ACFD-CE388FE1731A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4C805-8526-5DB3-B276-3603C0E46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18D67-8118-9F27-485C-038BF98D5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EB31E-3118-45BC-91CE-C3829C470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508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B5967-B26E-7BDE-DCF2-D24992DCE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30D3F5-8FD5-4427-936D-6D6E768164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D1774-ABDC-517F-CA9D-B37EF24BE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6473-EB3D-4693-ACFD-CE388FE1731A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F0ED2-B7AE-C85E-5A25-EF9149362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8367-42CA-B340-497D-577B07B7F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EB31E-3118-45BC-91CE-C3829C470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89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24BEA5-728B-DAEE-383F-32565F7C6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498F01-06B0-E343-83EA-F225C0CEA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B3DC6-0927-71A4-75FE-3C250382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F6473-EB3D-4693-ACFD-CE388FE1731A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7D446-61AF-F419-026B-C7F173B5F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9851E-CFA2-F7F7-3A05-CB840978E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EB31E-3118-45BC-91CE-C3829C470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53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1929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3C37F6-5140-6A6C-3E76-A6C49BC30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4C4C4-E810-77B2-C666-2CAF244FB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047D1-8819-F490-FFE3-8FA0F54E8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F6473-EB3D-4693-ACFD-CE388FE1731A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14E4F-AA4A-9C35-E241-EB3F3F289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31BF-C71A-A14A-A2CF-005C34F06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3EB31E-3118-45BC-91CE-C3829C470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38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ambleic@clemson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it-scm.co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2B1F-060B-A0DE-C4E6-9E9802E9F6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Downloading Git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4178C-AE0F-47AF-7BE9-B86991376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49129"/>
            <a:ext cx="9144000" cy="16557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SISMID Lab Supplemental Material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July 22 through July 24, 2026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Human – AI Teaming Approach to Infectious Disease Modeling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666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4C20-FF5D-4F85-7F34-C937492C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200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Roadmap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22144-38AE-9D29-1A34-75FC32FD7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1800"/>
            <a:ext cx="10515600" cy="435133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slide deck provides a step-by-step walkthrough of downloading Git onto your local system.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you run into issues, please first work with the AI of your choice to troubleshoot.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you continue to have issues, please reach out to Amanda Bleichrodt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ambleic@clemson.edu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594787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D20D9F-2B76-D65D-8F16-55FC1C43F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738" y="211621"/>
            <a:ext cx="11820525" cy="64347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DD8BBA-CD72-8C57-A1E4-93BA48B49393}"/>
              </a:ext>
            </a:extLst>
          </p:cNvPr>
          <p:cNvSpPr txBox="1"/>
          <p:nvPr/>
        </p:nvSpPr>
        <p:spPr>
          <a:xfrm>
            <a:off x="7315200" y="509111"/>
            <a:ext cx="4286250" cy="203132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Git</a:t>
            </a:r>
            <a:r>
              <a:rPr lang="en-US" dirty="0"/>
              <a:t> is software you install on your computer. It tracks changes to files — like a save history for your entire folder. Every time you "commit," Git takes a snapshot of your files. It runs silently in the background. You will never interact with it directly.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B86487-AB63-53BA-A266-03F7DF75FBCF}"/>
              </a:ext>
            </a:extLst>
          </p:cNvPr>
          <p:cNvSpPr txBox="1"/>
          <p:nvPr/>
        </p:nvSpPr>
        <p:spPr>
          <a:xfrm>
            <a:off x="7439025" y="6164223"/>
            <a:ext cx="4286250" cy="369332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hlinkClick r:id="rId4"/>
              </a:rPr>
              <a:t>https://git-scm.com/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980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8845B-657F-195F-9682-3DC8D79CB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013746-2F27-1DD9-44C3-2874222DE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8" y="211621"/>
            <a:ext cx="11820525" cy="643475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D9DA391-D525-8091-0D88-1D10BAB7E673}"/>
              </a:ext>
            </a:extLst>
          </p:cNvPr>
          <p:cNvSpPr/>
          <p:nvPr/>
        </p:nvSpPr>
        <p:spPr>
          <a:xfrm>
            <a:off x="7324725" y="3829050"/>
            <a:ext cx="2009775" cy="56197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1AC432-182A-F1A2-DB0A-DF7763DC43CF}"/>
              </a:ext>
            </a:extLst>
          </p:cNvPr>
          <p:cNvSpPr txBox="1"/>
          <p:nvPr/>
        </p:nvSpPr>
        <p:spPr>
          <a:xfrm>
            <a:off x="1104899" y="4166711"/>
            <a:ext cx="4124325" cy="203132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Step 1: Installation </a:t>
            </a:r>
          </a:p>
          <a:p>
            <a:pPr algn="ctr"/>
            <a:endParaRPr lang="en-US" b="1" dirty="0"/>
          </a:p>
          <a:p>
            <a:pPr algn="ctr"/>
            <a:r>
              <a:rPr lang="en-US" dirty="0"/>
              <a:t>Once you have navigated to the webpage, you should see an installation option on the right side of the screen. Click the “Install for {your </a:t>
            </a:r>
            <a:r>
              <a:rPr lang="en-US"/>
              <a:t>operating system}” </a:t>
            </a:r>
            <a:r>
              <a:rPr lang="en-US" dirty="0"/>
              <a:t>button.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68B931-22E5-D93E-03C1-027E9D951935}"/>
              </a:ext>
            </a:extLst>
          </p:cNvPr>
          <p:cNvCxnSpPr>
            <a:stCxn id="3" idx="3"/>
            <a:endCxn id="2" idx="1"/>
          </p:cNvCxnSpPr>
          <p:nvPr/>
        </p:nvCxnSpPr>
        <p:spPr>
          <a:xfrm flipV="1">
            <a:off x="5229224" y="4110038"/>
            <a:ext cx="2095501" cy="107233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636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A04624-E00F-ED81-D44B-23A6686E2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533" y="280035"/>
            <a:ext cx="7989494" cy="62979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923868D-C7BB-3438-3C1B-379894A15293}"/>
              </a:ext>
            </a:extLst>
          </p:cNvPr>
          <p:cNvSpPr/>
          <p:nvPr/>
        </p:nvSpPr>
        <p:spPr>
          <a:xfrm>
            <a:off x="5905500" y="1409699"/>
            <a:ext cx="3181350" cy="46672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A18F2D-477B-5E2B-EC83-158BD43D902C}"/>
              </a:ext>
            </a:extLst>
          </p:cNvPr>
          <p:cNvSpPr txBox="1"/>
          <p:nvPr/>
        </p:nvSpPr>
        <p:spPr>
          <a:xfrm>
            <a:off x="904874" y="3061811"/>
            <a:ext cx="4124325" cy="2862322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Step 2: Selecting the Correct Operating System</a:t>
            </a:r>
          </a:p>
          <a:p>
            <a:pPr algn="ctr"/>
            <a:endParaRPr lang="en-US" b="1" dirty="0"/>
          </a:p>
          <a:p>
            <a:pPr algn="ctr"/>
            <a:r>
              <a:rPr lang="en-US" dirty="0"/>
              <a:t>After clicking the “Install” button on the previous page, you should see a page similar to this appear. At the top of the page, there are tabs for different operating systems. Double check that you are on the correct tab for your system.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7E3E0A-E53B-4CC2-CA92-4134E13AE02B}"/>
              </a:ext>
            </a:extLst>
          </p:cNvPr>
          <p:cNvCxnSpPr>
            <a:stCxn id="6" idx="3"/>
          </p:cNvCxnSpPr>
          <p:nvPr/>
        </p:nvCxnSpPr>
        <p:spPr>
          <a:xfrm flipV="1">
            <a:off x="5029199" y="1876424"/>
            <a:ext cx="2466976" cy="261654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600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CB55B-F241-CE48-39DA-F27875660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BB3FE5-9064-7C8B-EB9D-BAD1D4FB4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0533" y="280035"/>
            <a:ext cx="7989494" cy="62979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7B5DF83-68CF-A21E-AB06-0DB500057B42}"/>
              </a:ext>
            </a:extLst>
          </p:cNvPr>
          <p:cNvSpPr/>
          <p:nvPr/>
        </p:nvSpPr>
        <p:spPr>
          <a:xfrm>
            <a:off x="6057900" y="1876425"/>
            <a:ext cx="1295400" cy="25717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9D9000-3A53-60A0-1B8C-77DEF4D85E56}"/>
              </a:ext>
            </a:extLst>
          </p:cNvPr>
          <p:cNvSpPr txBox="1"/>
          <p:nvPr/>
        </p:nvSpPr>
        <p:spPr>
          <a:xfrm>
            <a:off x="904874" y="3061811"/>
            <a:ext cx="4124325" cy="2031325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Step 3: Downloading Git</a:t>
            </a:r>
          </a:p>
          <a:p>
            <a:pPr algn="ctr"/>
            <a:endParaRPr lang="en-US" b="1" dirty="0"/>
          </a:p>
          <a:p>
            <a:pPr algn="ctr"/>
            <a:r>
              <a:rPr lang="en-US" dirty="0"/>
              <a:t>After double checking you are on the correct tab, click the ‘Click here to download’ at the top of the page. This will download the Git installer to your system.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E23B63B-5ACE-08F2-589C-3C0762AAC182}"/>
              </a:ext>
            </a:extLst>
          </p:cNvPr>
          <p:cNvCxnSpPr>
            <a:stCxn id="2" idx="3"/>
            <a:endCxn id="4" idx="2"/>
          </p:cNvCxnSpPr>
          <p:nvPr/>
        </p:nvCxnSpPr>
        <p:spPr>
          <a:xfrm flipV="1">
            <a:off x="5029199" y="2133600"/>
            <a:ext cx="1619251" cy="194387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569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1E96B8-83AE-ECAD-5370-29CBACF72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42" y="78984"/>
            <a:ext cx="11693717" cy="670003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8394AE9-2529-05F4-AABE-6C1374A65340}"/>
              </a:ext>
            </a:extLst>
          </p:cNvPr>
          <p:cNvSpPr/>
          <p:nvPr/>
        </p:nvSpPr>
        <p:spPr>
          <a:xfrm>
            <a:off x="8373437" y="287676"/>
            <a:ext cx="2476073" cy="657547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9DC46E-5730-B257-690E-3F07E5420813}"/>
              </a:ext>
            </a:extLst>
          </p:cNvPr>
          <p:cNvSpPr txBox="1"/>
          <p:nvPr/>
        </p:nvSpPr>
        <p:spPr>
          <a:xfrm>
            <a:off x="904874" y="3061811"/>
            <a:ext cx="4124325" cy="1477328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Step 4: Starting the Installation</a:t>
            </a:r>
          </a:p>
          <a:p>
            <a:pPr algn="ctr"/>
            <a:endParaRPr lang="en-US" b="1" dirty="0"/>
          </a:p>
          <a:p>
            <a:pPr algn="ctr"/>
            <a:r>
              <a:rPr lang="en-US" dirty="0"/>
              <a:t>You should now be able to see the Git installation in your system’s download folder. Double click to open it.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9C7AD24-7CDF-E1F3-A8B1-DCECC17F9E29}"/>
              </a:ext>
            </a:extLst>
          </p:cNvPr>
          <p:cNvCxnSpPr>
            <a:stCxn id="5" idx="3"/>
            <a:endCxn id="4" idx="2"/>
          </p:cNvCxnSpPr>
          <p:nvPr/>
        </p:nvCxnSpPr>
        <p:spPr>
          <a:xfrm flipV="1">
            <a:off x="5029199" y="945223"/>
            <a:ext cx="4582275" cy="285525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927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194848-C98D-F221-F171-DB74DB34B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682" y="997543"/>
            <a:ext cx="6134956" cy="48012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0C7A18-738B-6F72-AEEF-8903CB2D3A0A}"/>
              </a:ext>
            </a:extLst>
          </p:cNvPr>
          <p:cNvSpPr txBox="1"/>
          <p:nvPr/>
        </p:nvSpPr>
        <p:spPr>
          <a:xfrm>
            <a:off x="699390" y="2521015"/>
            <a:ext cx="4124325" cy="175432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Step 5: Git Set Up</a:t>
            </a:r>
          </a:p>
          <a:p>
            <a:pPr algn="ctr"/>
            <a:endParaRPr lang="en-US" b="1" dirty="0"/>
          </a:p>
          <a:p>
            <a:pPr algn="ctr"/>
            <a:r>
              <a:rPr lang="en-US" dirty="0"/>
              <a:t>After clicking on the Git download, you should see a pop-up appear. We will use the default settings of Git, so click next until through all of the menus.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FF5F56-28C3-1D54-01E7-9F73CE871BC3}"/>
              </a:ext>
            </a:extLst>
          </p:cNvPr>
          <p:cNvSpPr/>
          <p:nvPr/>
        </p:nvSpPr>
        <p:spPr>
          <a:xfrm>
            <a:off x="9667982" y="5178176"/>
            <a:ext cx="965771" cy="43151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52D4ED2-67F3-1A19-1DCF-318090C6342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823715" y="3398178"/>
            <a:ext cx="4844267" cy="198548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236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CB56B0-BD47-0745-DDE0-0925EB9605AC}"/>
              </a:ext>
            </a:extLst>
          </p:cNvPr>
          <p:cNvSpPr txBox="1"/>
          <p:nvPr/>
        </p:nvSpPr>
        <p:spPr>
          <a:xfrm>
            <a:off x="1159268" y="1536174"/>
            <a:ext cx="987346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you run into any issues downloading Git, please let us know. While Git is helpful for the lab and for pushing code directly from VS Code to GitHub, </a:t>
            </a:r>
            <a:r>
              <a:rPr lang="en-US" sz="40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will also demonstrate alternative methods</a:t>
            </a:r>
            <a:r>
              <a:rPr lang="en-US" sz="400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submitting and sharing your work.</a:t>
            </a:r>
          </a:p>
        </p:txBody>
      </p:sp>
    </p:spTree>
    <p:extLst>
      <p:ext uri="{BB962C8B-B14F-4D97-AF65-F5344CB8AC3E}">
        <p14:creationId xmlns:p14="http://schemas.microsoft.com/office/powerpoint/2010/main" val="183827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385</Words>
  <Application>Microsoft Office PowerPoint</Application>
  <PresentationFormat>Widescreen</PresentationFormat>
  <Paragraphs>27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Downloading Git</vt:lpstr>
      <vt:lpstr>Roadmap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Marie Bleichrodt</dc:creator>
  <cp:lastModifiedBy>Amanda Marie Bleichrodt</cp:lastModifiedBy>
  <cp:revision>1</cp:revision>
  <dcterms:created xsi:type="dcterms:W3CDTF">2026-06-30T14:31:02Z</dcterms:created>
  <dcterms:modified xsi:type="dcterms:W3CDTF">2026-07-15T14:52:24Z</dcterms:modified>
</cp:coreProperties>
</file>