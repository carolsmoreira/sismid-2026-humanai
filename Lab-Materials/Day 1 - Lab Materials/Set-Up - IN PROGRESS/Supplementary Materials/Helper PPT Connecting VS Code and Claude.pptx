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405" r:id="rId2"/>
    <p:sldId id="315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406" r:id="rId12"/>
    <p:sldId id="268" r:id="rId13"/>
    <p:sldId id="269" r:id="rId14"/>
    <p:sldId id="40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3E8DA9-D5EC-408F-A732-E1B6CC18D52A}" v="2" dt="2026-07-12T23:38:16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leic@clemson.edu" userId="43615028507_tp_box_2" providerId="OAuth2" clId="{5F4B9ABB-DEB5-4DC3-A8F9-1752A2D02C85}"/>
    <pc:docChg chg="undo custSel addSld delSld modSld">
      <pc:chgData name="ambleic@clemson.edu" userId="43615028507_tp_box_2" providerId="OAuth2" clId="{5F4B9ABB-DEB5-4DC3-A8F9-1752A2D02C85}" dt="2026-07-12T23:38:16.844" v="2032" actId="20577"/>
      <pc:docMkLst>
        <pc:docMk/>
      </pc:docMkLst>
      <pc:sldChg chg="modSp mod">
        <pc:chgData name="ambleic@clemson.edu" userId="43615028507_tp_box_2" providerId="OAuth2" clId="{5F4B9ABB-DEB5-4DC3-A8F9-1752A2D02C85}" dt="2026-07-11T14:44:02.666" v="448" actId="113"/>
        <pc:sldMkLst>
          <pc:docMk/>
          <pc:sldMk cId="1496429566" sldId="257"/>
        </pc:sldMkLst>
        <pc:spChg chg="mod">
          <ac:chgData name="ambleic@clemson.edu" userId="43615028507_tp_box_2" providerId="OAuth2" clId="{5F4B9ABB-DEB5-4DC3-A8F9-1752A2D02C85}" dt="2026-07-11T14:44:02.666" v="448" actId="113"/>
          <ac:spMkLst>
            <pc:docMk/>
            <pc:sldMk cId="1496429566" sldId="257"/>
            <ac:spMk id="6" creationId="{CE1786F4-6831-FA7D-65EF-B6D35F1C8D15}"/>
          </ac:spMkLst>
        </pc:spChg>
      </pc:sldChg>
      <pc:sldChg chg="modSp">
        <pc:chgData name="ambleic@clemson.edu" userId="43615028507_tp_box_2" providerId="OAuth2" clId="{5F4B9ABB-DEB5-4DC3-A8F9-1752A2D02C85}" dt="2026-07-11T14:44:13.855" v="450" actId="113"/>
        <pc:sldMkLst>
          <pc:docMk/>
          <pc:sldMk cId="966609779" sldId="259"/>
        </pc:sldMkLst>
        <pc:spChg chg="mod">
          <ac:chgData name="ambleic@clemson.edu" userId="43615028507_tp_box_2" providerId="OAuth2" clId="{5F4B9ABB-DEB5-4DC3-A8F9-1752A2D02C85}" dt="2026-07-11T14:44:13.855" v="450" actId="113"/>
          <ac:spMkLst>
            <pc:docMk/>
            <pc:sldMk cId="966609779" sldId="259"/>
            <ac:spMk id="7" creationId="{464EEDE0-3AF5-67C1-7D67-F45933C18149}"/>
          </ac:spMkLst>
        </pc:spChg>
      </pc:sldChg>
      <pc:sldChg chg="modSp">
        <pc:chgData name="ambleic@clemson.edu" userId="43615028507_tp_box_2" providerId="OAuth2" clId="{5F4B9ABB-DEB5-4DC3-A8F9-1752A2D02C85}" dt="2026-07-11T14:43:53.608" v="447" actId="113"/>
        <pc:sldMkLst>
          <pc:docMk/>
          <pc:sldMk cId="329694229" sldId="260"/>
        </pc:sldMkLst>
        <pc:spChg chg="mod">
          <ac:chgData name="ambleic@clemson.edu" userId="43615028507_tp_box_2" providerId="OAuth2" clId="{5F4B9ABB-DEB5-4DC3-A8F9-1752A2D02C85}" dt="2026-07-11T14:43:53.608" v="447" actId="113"/>
          <ac:spMkLst>
            <pc:docMk/>
            <pc:sldMk cId="329694229" sldId="260"/>
            <ac:spMk id="6" creationId="{18ECC3B7-845D-7DA0-831A-2DDD9996A083}"/>
          </ac:spMkLst>
        </pc:spChg>
      </pc:sldChg>
      <pc:sldChg chg="modSp mod">
        <pc:chgData name="ambleic@clemson.edu" userId="43615028507_tp_box_2" providerId="OAuth2" clId="{5F4B9ABB-DEB5-4DC3-A8F9-1752A2D02C85}" dt="2026-07-12T23:38:16.844" v="2032" actId="20577"/>
        <pc:sldMkLst>
          <pc:docMk/>
          <pc:sldMk cId="2957281173" sldId="261"/>
        </pc:sldMkLst>
        <pc:spChg chg="mod">
          <ac:chgData name="ambleic@clemson.edu" userId="43615028507_tp_box_2" providerId="OAuth2" clId="{5F4B9ABB-DEB5-4DC3-A8F9-1752A2D02C85}" dt="2026-07-12T23:38:16.844" v="2032" actId="20577"/>
          <ac:spMkLst>
            <pc:docMk/>
            <pc:sldMk cId="2957281173" sldId="261"/>
            <ac:spMk id="6" creationId="{F9F683AB-C4A6-AA73-550E-4D4FBE713ED8}"/>
          </ac:spMkLst>
        </pc:spChg>
        <pc:spChg chg="mod">
          <ac:chgData name="ambleic@clemson.edu" userId="43615028507_tp_box_2" providerId="OAuth2" clId="{5F4B9ABB-DEB5-4DC3-A8F9-1752A2D02C85}" dt="2026-07-11T15:07:57.859" v="1542" actId="1038"/>
          <ac:spMkLst>
            <pc:docMk/>
            <pc:sldMk cId="2957281173" sldId="261"/>
            <ac:spMk id="8" creationId="{476F5378-4CDF-C134-4EE7-EBA3AB4D9C42}"/>
          </ac:spMkLst>
        </pc:spChg>
        <pc:cxnChg chg="mod">
          <ac:chgData name="ambleic@clemson.edu" userId="43615028507_tp_box_2" providerId="OAuth2" clId="{5F4B9ABB-DEB5-4DC3-A8F9-1752A2D02C85}" dt="2026-07-12T23:38:16.646" v="2031" actId="20577"/>
          <ac:cxnSpMkLst>
            <pc:docMk/>
            <pc:sldMk cId="2957281173" sldId="261"/>
            <ac:cxnSpMk id="10" creationId="{54675D24-3D06-0925-BFDE-61BB9C88880D}"/>
          </ac:cxnSpMkLst>
        </pc:cxnChg>
      </pc:sldChg>
      <pc:sldChg chg="modSp">
        <pc:chgData name="ambleic@clemson.edu" userId="43615028507_tp_box_2" providerId="OAuth2" clId="{5F4B9ABB-DEB5-4DC3-A8F9-1752A2D02C85}" dt="2026-07-11T15:15:02.367" v="1999" actId="20577"/>
        <pc:sldMkLst>
          <pc:docMk/>
          <pc:sldMk cId="1365898635" sldId="262"/>
        </pc:sldMkLst>
        <pc:spChg chg="mod">
          <ac:chgData name="ambleic@clemson.edu" userId="43615028507_tp_box_2" providerId="OAuth2" clId="{5F4B9ABB-DEB5-4DC3-A8F9-1752A2D02C85}" dt="2026-07-11T15:15:02.367" v="1999" actId="20577"/>
          <ac:spMkLst>
            <pc:docMk/>
            <pc:sldMk cId="1365898635" sldId="262"/>
            <ac:spMk id="6" creationId="{F67EDF2A-A6DB-DA80-BF30-837580DCF7B9}"/>
          </ac:spMkLst>
        </pc:spChg>
      </pc:sldChg>
      <pc:sldChg chg="modSp">
        <pc:chgData name="ambleic@clemson.edu" userId="43615028507_tp_box_2" providerId="OAuth2" clId="{5F4B9ABB-DEB5-4DC3-A8F9-1752A2D02C85}" dt="2026-07-11T15:15:10.029" v="2001" actId="20577"/>
        <pc:sldMkLst>
          <pc:docMk/>
          <pc:sldMk cId="3725783459" sldId="263"/>
        </pc:sldMkLst>
        <pc:spChg chg="mod">
          <ac:chgData name="ambleic@clemson.edu" userId="43615028507_tp_box_2" providerId="OAuth2" clId="{5F4B9ABB-DEB5-4DC3-A8F9-1752A2D02C85}" dt="2026-07-11T15:15:10.029" v="2001" actId="20577"/>
          <ac:spMkLst>
            <pc:docMk/>
            <pc:sldMk cId="3725783459" sldId="263"/>
            <ac:spMk id="6" creationId="{D09B38A4-BBAB-2158-7C92-53FAEFDA6963}"/>
          </ac:spMkLst>
        </pc:spChg>
      </pc:sldChg>
      <pc:sldChg chg="addSp modSp mod modAnim">
        <pc:chgData name="ambleic@clemson.edu" userId="43615028507_tp_box_2" providerId="OAuth2" clId="{5F4B9ABB-DEB5-4DC3-A8F9-1752A2D02C85}" dt="2026-07-11T15:17:07.941" v="2030" actId="20577"/>
        <pc:sldMkLst>
          <pc:docMk/>
          <pc:sldMk cId="939343360" sldId="264"/>
        </pc:sldMkLst>
        <pc:spChg chg="add mod">
          <ac:chgData name="ambleic@clemson.edu" userId="43615028507_tp_box_2" providerId="OAuth2" clId="{5F4B9ABB-DEB5-4DC3-A8F9-1752A2D02C85}" dt="2026-07-11T14:45:27.971" v="467" actId="1582"/>
          <ac:spMkLst>
            <pc:docMk/>
            <pc:sldMk cId="939343360" sldId="264"/>
            <ac:spMk id="2" creationId="{56DE0193-9CF1-3F86-E4CE-FACF4610499F}"/>
          </ac:spMkLst>
        </pc:spChg>
        <pc:spChg chg="mod">
          <ac:chgData name="ambleic@clemson.edu" userId="43615028507_tp_box_2" providerId="OAuth2" clId="{5F4B9ABB-DEB5-4DC3-A8F9-1752A2D02C85}" dt="2026-07-11T15:17:07.941" v="2030" actId="20577"/>
          <ac:spMkLst>
            <pc:docMk/>
            <pc:sldMk cId="939343360" sldId="264"/>
            <ac:spMk id="6" creationId="{B42CAFAD-F056-F4A4-6C35-53519E72A1E0}"/>
          </ac:spMkLst>
        </pc:spChg>
        <pc:cxnChg chg="add mod">
          <ac:chgData name="ambleic@clemson.edu" userId="43615028507_tp_box_2" providerId="OAuth2" clId="{5F4B9ABB-DEB5-4DC3-A8F9-1752A2D02C85}" dt="2026-07-11T15:02:31.246" v="972" actId="20577"/>
          <ac:cxnSpMkLst>
            <pc:docMk/>
            <pc:sldMk cId="939343360" sldId="264"/>
            <ac:cxnSpMk id="4" creationId="{D2A72D15-6D1A-C7BF-2808-872504D102EB}"/>
          </ac:cxnSpMkLst>
        </pc:cxnChg>
      </pc:sldChg>
      <pc:sldChg chg="addSp modSp mod modAnim">
        <pc:chgData name="ambleic@clemson.edu" userId="43615028507_tp_box_2" providerId="OAuth2" clId="{5F4B9ABB-DEB5-4DC3-A8F9-1752A2D02C85}" dt="2026-07-11T15:15:37.129" v="2006" actId="20577"/>
        <pc:sldMkLst>
          <pc:docMk/>
          <pc:sldMk cId="3534575615" sldId="265"/>
        </pc:sldMkLst>
        <pc:spChg chg="add mod">
          <ac:chgData name="ambleic@clemson.edu" userId="43615028507_tp_box_2" providerId="OAuth2" clId="{5F4B9ABB-DEB5-4DC3-A8F9-1752A2D02C85}" dt="2026-07-11T15:15:37.129" v="2006" actId="20577"/>
          <ac:spMkLst>
            <pc:docMk/>
            <pc:sldMk cId="3534575615" sldId="265"/>
            <ac:spMk id="3" creationId="{D532FF4E-2C7F-B17A-060C-CE9B817FEE09}"/>
          </ac:spMkLst>
        </pc:spChg>
        <pc:spChg chg="add mod">
          <ac:chgData name="ambleic@clemson.edu" userId="43615028507_tp_box_2" providerId="OAuth2" clId="{5F4B9ABB-DEB5-4DC3-A8F9-1752A2D02C85}" dt="2026-07-11T15:01:00.962" v="906" actId="1036"/>
          <ac:spMkLst>
            <pc:docMk/>
            <pc:sldMk cId="3534575615" sldId="265"/>
            <ac:spMk id="4" creationId="{D3C58B30-AF84-448D-F279-F91983C9D0CA}"/>
          </ac:spMkLst>
        </pc:spChg>
        <pc:spChg chg="add mod">
          <ac:chgData name="ambleic@clemson.edu" userId="43615028507_tp_box_2" providerId="OAuth2" clId="{5F4B9ABB-DEB5-4DC3-A8F9-1752A2D02C85}" dt="2026-07-11T15:00:30.640" v="892" actId="1582"/>
          <ac:spMkLst>
            <pc:docMk/>
            <pc:sldMk cId="3534575615" sldId="265"/>
            <ac:spMk id="15" creationId="{E998E9C6-DBE8-84D0-B905-A4278D65DB88}"/>
          </ac:spMkLst>
        </pc:spChg>
        <pc:picChg chg="mod modCrop">
          <ac:chgData name="ambleic@clemson.edu" userId="43615028507_tp_box_2" providerId="OAuth2" clId="{5F4B9ABB-DEB5-4DC3-A8F9-1752A2D02C85}" dt="2026-07-11T15:00:56.606" v="897" actId="14100"/>
          <ac:picMkLst>
            <pc:docMk/>
            <pc:sldMk cId="3534575615" sldId="265"/>
            <ac:picMk id="5" creationId="{1FF89EE0-2BED-AD93-C8D5-474F3B32F078}"/>
          </ac:picMkLst>
        </pc:picChg>
        <pc:picChg chg="add mod">
          <ac:chgData name="ambleic@clemson.edu" userId="43615028507_tp_box_2" providerId="OAuth2" clId="{5F4B9ABB-DEB5-4DC3-A8F9-1752A2D02C85}" dt="2026-07-11T15:00:13.076" v="881" actId="1076"/>
          <ac:picMkLst>
            <pc:docMk/>
            <pc:sldMk cId="3534575615" sldId="265"/>
            <ac:picMk id="14" creationId="{8950759C-0063-453B-F2E5-F07DB26EFE4F}"/>
          </ac:picMkLst>
        </pc:picChg>
        <pc:cxnChg chg="add mod">
          <ac:chgData name="ambleic@clemson.edu" userId="43615028507_tp_box_2" providerId="OAuth2" clId="{5F4B9ABB-DEB5-4DC3-A8F9-1752A2D02C85}" dt="2026-07-11T15:01:00.962" v="906" actId="1036"/>
          <ac:cxnSpMkLst>
            <pc:docMk/>
            <pc:sldMk cId="3534575615" sldId="265"/>
            <ac:cxnSpMk id="7" creationId="{DD581CE1-7B9D-CD82-D070-AC1EBEF8B6AA}"/>
          </ac:cxnSpMkLst>
        </pc:cxnChg>
        <pc:cxnChg chg="add mod">
          <ac:chgData name="ambleic@clemson.edu" userId="43615028507_tp_box_2" providerId="OAuth2" clId="{5F4B9ABB-DEB5-4DC3-A8F9-1752A2D02C85}" dt="2026-07-11T15:00:40.245" v="895" actId="208"/>
          <ac:cxnSpMkLst>
            <pc:docMk/>
            <pc:sldMk cId="3534575615" sldId="265"/>
            <ac:cxnSpMk id="17" creationId="{788B9E6F-61B2-7C21-C569-04A8C7D7068F}"/>
          </ac:cxnSpMkLst>
        </pc:cxnChg>
      </pc:sldChg>
      <pc:sldChg chg="addSp modSp del mod">
        <pc:chgData name="ambleic@clemson.edu" userId="43615028507_tp_box_2" providerId="OAuth2" clId="{5F4B9ABB-DEB5-4DC3-A8F9-1752A2D02C85}" dt="2026-07-11T15:01:15.932" v="907" actId="47"/>
        <pc:sldMkLst>
          <pc:docMk/>
          <pc:sldMk cId="1342295024" sldId="266"/>
        </pc:sldMkLst>
        <pc:spChg chg="add mod">
          <ac:chgData name="ambleic@clemson.edu" userId="43615028507_tp_box_2" providerId="OAuth2" clId="{5F4B9ABB-DEB5-4DC3-A8F9-1752A2D02C85}" dt="2026-07-11T14:58:46.874" v="859" actId="20577"/>
          <ac:spMkLst>
            <pc:docMk/>
            <pc:sldMk cId="1342295024" sldId="266"/>
            <ac:spMk id="3" creationId="{D69AA15A-F092-554C-ECF5-2D25B0457302}"/>
          </ac:spMkLst>
        </pc:spChg>
        <pc:picChg chg="mod modCrop">
          <ac:chgData name="ambleic@clemson.edu" userId="43615028507_tp_box_2" providerId="OAuth2" clId="{5F4B9ABB-DEB5-4DC3-A8F9-1752A2D02C85}" dt="2026-07-11T14:59:59.030" v="877" actId="732"/>
          <ac:picMkLst>
            <pc:docMk/>
            <pc:sldMk cId="1342295024" sldId="266"/>
            <ac:picMk id="5" creationId="{4E66DE2A-8EB4-235C-38BA-2A5B5BE77B46}"/>
          </ac:picMkLst>
        </pc:picChg>
      </pc:sldChg>
      <pc:sldChg chg="addSp modSp del mod modAnim">
        <pc:chgData name="ambleic@clemson.edu" userId="43615028507_tp_box_2" providerId="OAuth2" clId="{5F4B9ABB-DEB5-4DC3-A8F9-1752A2D02C85}" dt="2026-07-11T15:01:37.560" v="912" actId="47"/>
        <pc:sldMkLst>
          <pc:docMk/>
          <pc:sldMk cId="3055839541" sldId="267"/>
        </pc:sldMkLst>
        <pc:picChg chg="mod">
          <ac:chgData name="ambleic@clemson.edu" userId="43615028507_tp_box_2" providerId="OAuth2" clId="{5F4B9ABB-DEB5-4DC3-A8F9-1752A2D02C85}" dt="2026-07-11T15:01:24.215" v="909" actId="1076"/>
          <ac:picMkLst>
            <pc:docMk/>
            <pc:sldMk cId="3055839541" sldId="267"/>
            <ac:picMk id="5" creationId="{E0DA1864-FB55-C0BC-BE32-B390E4888959}"/>
          </ac:picMkLst>
        </pc:picChg>
        <pc:cxnChg chg="add mod">
          <ac:chgData name="ambleic@clemson.edu" userId="43615028507_tp_box_2" providerId="OAuth2" clId="{5F4B9ABB-DEB5-4DC3-A8F9-1752A2D02C85}" dt="2026-07-11T15:01:29.598" v="910"/>
          <ac:cxnSpMkLst>
            <pc:docMk/>
            <pc:sldMk cId="3055839541" sldId="267"/>
            <ac:cxnSpMk id="2" creationId="{0DC4A69C-D40B-33AA-2AE9-916EE2CD7752}"/>
          </ac:cxnSpMkLst>
        </pc:cxnChg>
      </pc:sldChg>
      <pc:sldChg chg="addSp delSp modSp mod modAnim">
        <pc:chgData name="ambleic@clemson.edu" userId="43615028507_tp_box_2" providerId="OAuth2" clId="{5F4B9ABB-DEB5-4DC3-A8F9-1752A2D02C85}" dt="2026-07-11T15:16:18.979" v="2020" actId="20577"/>
        <pc:sldMkLst>
          <pc:docMk/>
          <pc:sldMk cId="2605537512" sldId="268"/>
        </pc:sldMkLst>
        <pc:spChg chg="add mod">
          <ac:chgData name="ambleic@clemson.edu" userId="43615028507_tp_box_2" providerId="OAuth2" clId="{5F4B9ABB-DEB5-4DC3-A8F9-1752A2D02C85}" dt="2026-07-11T15:16:18.979" v="2020" actId="20577"/>
          <ac:spMkLst>
            <pc:docMk/>
            <pc:sldMk cId="2605537512" sldId="268"/>
            <ac:spMk id="3" creationId="{5C037C5D-B27A-F210-F518-18F04B7296D7}"/>
          </ac:spMkLst>
        </pc:spChg>
        <pc:spChg chg="add del">
          <ac:chgData name="ambleic@clemson.edu" userId="43615028507_tp_box_2" providerId="OAuth2" clId="{5F4B9ABB-DEB5-4DC3-A8F9-1752A2D02C85}" dt="2026-07-11T15:05:56.126" v="1380" actId="478"/>
          <ac:spMkLst>
            <pc:docMk/>
            <pc:sldMk cId="2605537512" sldId="268"/>
            <ac:spMk id="4" creationId="{C3CEC190-64AF-A81A-4E09-2AFEB00245EC}"/>
          </ac:spMkLst>
        </pc:spChg>
        <pc:spChg chg="add mod">
          <ac:chgData name="ambleic@clemson.edu" userId="43615028507_tp_box_2" providerId="OAuth2" clId="{5F4B9ABB-DEB5-4DC3-A8F9-1752A2D02C85}" dt="2026-07-11T15:06:04.675" v="1384" actId="207"/>
          <ac:spMkLst>
            <pc:docMk/>
            <pc:sldMk cId="2605537512" sldId="268"/>
            <ac:spMk id="6" creationId="{9A3D3726-3932-9EBB-922C-B46B88FF5578}"/>
          </ac:spMkLst>
        </pc:spChg>
        <pc:picChg chg="mod">
          <ac:chgData name="ambleic@clemson.edu" userId="43615028507_tp_box_2" providerId="OAuth2" clId="{5F4B9ABB-DEB5-4DC3-A8F9-1752A2D02C85}" dt="2026-07-11T15:04:53.380" v="1336" actId="1076"/>
          <ac:picMkLst>
            <pc:docMk/>
            <pc:sldMk cId="2605537512" sldId="268"/>
            <ac:picMk id="5" creationId="{116F9DDD-706B-C457-9E92-395800E30C1F}"/>
          </ac:picMkLst>
        </pc:picChg>
        <pc:cxnChg chg="add mod">
          <ac:chgData name="ambleic@clemson.edu" userId="43615028507_tp_box_2" providerId="OAuth2" clId="{5F4B9ABB-DEB5-4DC3-A8F9-1752A2D02C85}" dt="2026-07-11T15:06:15.443" v="1387" actId="208"/>
          <ac:cxnSpMkLst>
            <pc:docMk/>
            <pc:sldMk cId="2605537512" sldId="268"/>
            <ac:cxnSpMk id="8" creationId="{E2184806-9C24-69E1-C93C-53666038E423}"/>
          </ac:cxnSpMkLst>
        </pc:cxnChg>
      </pc:sldChg>
      <pc:sldChg chg="addSp delSp modSp mod modAnim">
        <pc:chgData name="ambleic@clemson.edu" userId="43615028507_tp_box_2" providerId="OAuth2" clId="{5F4B9ABB-DEB5-4DC3-A8F9-1752A2D02C85}" dt="2026-07-11T15:16:46.890" v="2021" actId="20577"/>
        <pc:sldMkLst>
          <pc:docMk/>
          <pc:sldMk cId="2471966455" sldId="269"/>
        </pc:sldMkLst>
        <pc:spChg chg="add mod">
          <ac:chgData name="ambleic@clemson.edu" userId="43615028507_tp_box_2" providerId="OAuth2" clId="{5F4B9ABB-DEB5-4DC3-A8F9-1752A2D02C85}" dt="2026-07-11T15:16:46.890" v="2021" actId="20577"/>
          <ac:spMkLst>
            <pc:docMk/>
            <pc:sldMk cId="2471966455" sldId="269"/>
            <ac:spMk id="3" creationId="{E9DB1C45-10CF-2D4E-9C0F-4703156CD36E}"/>
          </ac:spMkLst>
        </pc:spChg>
        <pc:spChg chg="add del">
          <ac:chgData name="ambleic@clemson.edu" userId="43615028507_tp_box_2" providerId="OAuth2" clId="{5F4B9ABB-DEB5-4DC3-A8F9-1752A2D02C85}" dt="2026-07-11T15:09:36.981" v="1651" actId="478"/>
          <ac:spMkLst>
            <pc:docMk/>
            <pc:sldMk cId="2471966455" sldId="269"/>
            <ac:spMk id="4" creationId="{36ABED33-76B5-5BB9-A144-BEA06794F3A6}"/>
          </ac:spMkLst>
        </pc:spChg>
        <pc:spChg chg="add mod">
          <ac:chgData name="ambleic@clemson.edu" userId="43615028507_tp_box_2" providerId="OAuth2" clId="{5F4B9ABB-DEB5-4DC3-A8F9-1752A2D02C85}" dt="2026-07-11T15:10:03.810" v="1658" actId="208"/>
          <ac:spMkLst>
            <pc:docMk/>
            <pc:sldMk cId="2471966455" sldId="269"/>
            <ac:spMk id="6" creationId="{41EC0EA5-66EF-6033-BB34-3EA580C9701E}"/>
          </ac:spMkLst>
        </pc:spChg>
        <pc:picChg chg="mod">
          <ac:chgData name="ambleic@clemson.edu" userId="43615028507_tp_box_2" providerId="OAuth2" clId="{5F4B9ABB-DEB5-4DC3-A8F9-1752A2D02C85}" dt="2026-07-11T15:06:53.436" v="1391" actId="12789"/>
          <ac:picMkLst>
            <pc:docMk/>
            <pc:sldMk cId="2471966455" sldId="269"/>
            <ac:picMk id="5" creationId="{9B7361F2-9178-BEFE-3E83-24B45751AF46}"/>
          </ac:picMkLst>
        </pc:picChg>
        <pc:cxnChg chg="add mod">
          <ac:chgData name="ambleic@clemson.edu" userId="43615028507_tp_box_2" providerId="OAuth2" clId="{5F4B9ABB-DEB5-4DC3-A8F9-1752A2D02C85}" dt="2026-07-11T15:10:14.907" v="1662" actId="1582"/>
          <ac:cxnSpMkLst>
            <pc:docMk/>
            <pc:sldMk cId="2471966455" sldId="269"/>
            <ac:cxnSpMk id="8" creationId="{8F08FC01-AC40-42C2-58A5-1B9FC69058D1}"/>
          </ac:cxnSpMkLst>
        </pc:cxnChg>
      </pc:sldChg>
      <pc:sldChg chg="modSp del mod">
        <pc:chgData name="ambleic@clemson.edu" userId="43615028507_tp_box_2" providerId="OAuth2" clId="{5F4B9ABB-DEB5-4DC3-A8F9-1752A2D02C85}" dt="2026-07-11T15:11:12.546" v="1743" actId="47"/>
        <pc:sldMkLst>
          <pc:docMk/>
          <pc:sldMk cId="2300557171" sldId="270"/>
        </pc:sldMkLst>
        <pc:spChg chg="mod">
          <ac:chgData name="ambleic@clemson.edu" userId="43615028507_tp_box_2" providerId="OAuth2" clId="{5F4B9ABB-DEB5-4DC3-A8F9-1752A2D02C85}" dt="2026-07-11T15:10:39.055" v="1694" actId="122"/>
          <ac:spMkLst>
            <pc:docMk/>
            <pc:sldMk cId="2300557171" sldId="270"/>
            <ac:spMk id="2" creationId="{D6F14EEF-5C07-6585-82B2-83F834560A5E}"/>
          </ac:spMkLst>
        </pc:spChg>
        <pc:spChg chg="mod">
          <ac:chgData name="ambleic@clemson.edu" userId="43615028507_tp_box_2" providerId="OAuth2" clId="{5F4B9ABB-DEB5-4DC3-A8F9-1752A2D02C85}" dt="2026-07-11T15:10:45.295" v="1706" actId="20577"/>
          <ac:spMkLst>
            <pc:docMk/>
            <pc:sldMk cId="2300557171" sldId="270"/>
            <ac:spMk id="3" creationId="{C640552C-F602-90DD-BBAC-FC2C72703B6A}"/>
          </ac:spMkLst>
        </pc:spChg>
      </pc:sldChg>
      <pc:sldChg chg="modSp add mod">
        <pc:chgData name="ambleic@clemson.edu" userId="43615028507_tp_box_2" providerId="OAuth2" clId="{5F4B9ABB-DEB5-4DC3-A8F9-1752A2D02C85}" dt="2026-07-11T15:14:17.040" v="1997" actId="113"/>
        <pc:sldMkLst>
          <pc:docMk/>
          <pc:sldMk cId="1594787790" sldId="315"/>
        </pc:sldMkLst>
        <pc:spChg chg="mod">
          <ac:chgData name="ambleic@clemson.edu" userId="43615028507_tp_box_2" providerId="OAuth2" clId="{5F4B9ABB-DEB5-4DC3-A8F9-1752A2D02C85}" dt="2026-07-11T15:14:17.040" v="1997" actId="113"/>
          <ac:spMkLst>
            <pc:docMk/>
            <pc:sldMk cId="1594787790" sldId="315"/>
            <ac:spMk id="3" creationId="{B9622144-38AE-9D29-1A34-75FC32FD7D87}"/>
          </ac:spMkLst>
        </pc:spChg>
      </pc:sldChg>
      <pc:sldChg chg="modSp add mod">
        <pc:chgData name="ambleic@clemson.edu" userId="43615028507_tp_box_2" providerId="OAuth2" clId="{5F4B9ABB-DEB5-4DC3-A8F9-1752A2D02C85}" dt="2026-07-11T15:16:11.586" v="2017" actId="20577"/>
        <pc:sldMkLst>
          <pc:docMk/>
          <pc:sldMk cId="4089639479" sldId="406"/>
        </pc:sldMkLst>
        <pc:spChg chg="mod">
          <ac:chgData name="ambleic@clemson.edu" userId="43615028507_tp_box_2" providerId="OAuth2" clId="{5F4B9ABB-DEB5-4DC3-A8F9-1752A2D02C85}" dt="2026-07-11T15:16:11.586" v="2017" actId="20577"/>
          <ac:spMkLst>
            <pc:docMk/>
            <pc:sldMk cId="4089639479" sldId="406"/>
            <ac:spMk id="6" creationId="{9E6845F4-D0C5-26B9-E7CA-15FC49B52C6E}"/>
          </ac:spMkLst>
        </pc:spChg>
        <pc:cxnChg chg="mod">
          <ac:chgData name="ambleic@clemson.edu" userId="43615028507_tp_box_2" providerId="OAuth2" clId="{5F4B9ABB-DEB5-4DC3-A8F9-1752A2D02C85}" dt="2026-07-11T15:02:02.775" v="954" actId="20577"/>
          <ac:cxnSpMkLst>
            <pc:docMk/>
            <pc:sldMk cId="4089639479" sldId="406"/>
            <ac:cxnSpMk id="4" creationId="{AA1F5E39-DE62-CEB1-50EA-2FAFF7707B58}"/>
          </ac:cxnSpMkLst>
        </pc:cxnChg>
      </pc:sldChg>
      <pc:sldChg chg="modSp new mod">
        <pc:chgData name="ambleic@clemson.edu" userId="43615028507_tp_box_2" providerId="OAuth2" clId="{5F4B9ABB-DEB5-4DC3-A8F9-1752A2D02C85}" dt="2026-07-11T15:12:13.969" v="1753" actId="207"/>
        <pc:sldMkLst>
          <pc:docMk/>
          <pc:sldMk cId="1466761476" sldId="407"/>
        </pc:sldMkLst>
        <pc:spChg chg="mod">
          <ac:chgData name="ambleic@clemson.edu" userId="43615028507_tp_box_2" providerId="OAuth2" clId="{5F4B9ABB-DEB5-4DC3-A8F9-1752A2D02C85}" dt="2026-07-11T15:11:27.660" v="1746" actId="207"/>
          <ac:spMkLst>
            <pc:docMk/>
            <pc:sldMk cId="1466761476" sldId="407"/>
            <ac:spMk id="2" creationId="{15FDE08C-A7D6-A68E-BCDD-D354234AF888}"/>
          </ac:spMkLst>
        </pc:spChg>
        <pc:spChg chg="mod">
          <ac:chgData name="ambleic@clemson.edu" userId="43615028507_tp_box_2" providerId="OAuth2" clId="{5F4B9ABB-DEB5-4DC3-A8F9-1752A2D02C85}" dt="2026-07-11T15:12:13.969" v="1753" actId="207"/>
          <ac:spMkLst>
            <pc:docMk/>
            <pc:sldMk cId="1466761476" sldId="407"/>
            <ac:spMk id="3" creationId="{F8F922A2-28E8-6218-5F71-D6F2B433D525}"/>
          </ac:spMkLst>
        </pc:spChg>
      </pc:sldChg>
      <pc:sldChg chg="new del">
        <pc:chgData name="ambleic@clemson.edu" userId="43615028507_tp_box_2" providerId="OAuth2" clId="{5F4B9ABB-DEB5-4DC3-A8F9-1752A2D02C85}" dt="2026-07-11T15:13:03.294" v="1756" actId="47"/>
        <pc:sldMkLst>
          <pc:docMk/>
          <pc:sldMk cId="3312486649" sldId="4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280C2-9376-4D40-90DC-2B0E614A817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6664-29ED-4F71-9751-00604E2D1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14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6664-29ED-4F71-9751-00604E2D1ED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34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B6664-29ED-4F71-9751-00604E2D1ED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02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EC1E2-E932-ADCD-8278-91D0893D8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31FA9-0762-5D29-3617-1C1550FE2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2F0CB-66A4-6CF2-9452-1EA2D271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990E-FE5A-4CBB-90FE-FDFDEECAACB5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D967D-6148-29B9-3A40-B54129B15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3D419-0D8B-9D10-B317-25F6E04E5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CCCA-4C3A-4F3F-AFFA-EF104B2E9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721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DD3C-6CAB-20E0-D797-F572776CD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866E5-EFC0-ADFE-460B-9FB811166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6EECF-E6B1-E499-DA10-E5CC23E54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990E-FE5A-4CBB-90FE-FDFDEECAACB5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6DC3-F08A-FB18-FA85-EF35D586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FB0FD-62CB-F0CE-41C0-4B157B832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CCCA-4C3A-4F3F-AFFA-EF104B2E9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7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05791-9319-9690-8393-11E71129B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F0386-2114-8CBE-10FA-6FDE6F5A3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D9D99-C5B6-24CB-DC56-661545C27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990E-FE5A-4CBB-90FE-FDFDEECAACB5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1B5D3-8574-F3A0-044D-DDE7C2F61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E12B-B176-0484-E8C6-6BD8374C8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CCCA-4C3A-4F3F-AFFA-EF104B2E9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3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DA98-501A-4EC4-9955-61F72092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C5D8F-28F3-5316-F49D-05C0CE214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8D5E7-6E2D-AE6D-DF2B-9F6C029A2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F1912-4A2F-F5A5-0C61-803DA6F2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990E-FE5A-4CBB-90FE-FDFDEECAACB5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7363E-A869-C00A-4FBF-A706000AF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63EAD-DFE2-0469-848C-346B93E4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CCCA-4C3A-4F3F-AFFA-EF104B2E9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56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D99-AAF0-D892-C4CD-79BBFCC1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A887D-ACE1-11D4-256E-CB8F9499C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C07C0-F740-230E-34EC-D5AC0EEE1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F0563-B0FC-6C74-FA9C-764A2C699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F9C333-8809-89C1-78E3-FC47FE00D4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760FD9-F9D9-247B-31D6-667831B02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990E-FE5A-4CBB-90FE-FDFDEECAACB5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33E414-E3EB-B9C5-C99C-827F1927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DB926-00D4-8E47-C468-C9E398AE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CCCA-4C3A-4F3F-AFFA-EF104B2E9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82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5E0B-6F85-D8ED-1191-A6D4FB93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BE6CA-F5D5-B557-A9B1-9116EF86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990E-FE5A-4CBB-90FE-FDFDEECAACB5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03D58-41E8-A04D-6BC6-1766B794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4C6F05-9AD9-0418-B27C-8BEB7B5D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CCCA-4C3A-4F3F-AFFA-EF104B2E9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08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A9CCD9-469F-CC3C-AD6E-59B020FE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990E-FE5A-4CBB-90FE-FDFDEECAACB5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F466D-E35E-CE94-6AC5-F44886879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62AE2-1723-7835-97EC-C50087D3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CCCA-4C3A-4F3F-AFFA-EF104B2E9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3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9C3B-BD0B-A598-B23E-112EEE2D4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74B5C-8D76-2810-A716-716033D3D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25E1F-7008-D79A-554D-922E4D5B0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C2B88-2BC3-6149-A65F-2239B5DE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990E-FE5A-4CBB-90FE-FDFDEECAACB5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AC831-2A73-6C3B-B1CD-8A68AF48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B2000-D412-F43A-5770-54DABA3C3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CCCA-4C3A-4F3F-AFFA-EF104B2E9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6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6C6C-E37C-8F55-E9EC-D0F74A328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04325D-A915-D36E-6CDE-65638CF1F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7B4D1-16E5-D07D-2C69-35A761B42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87D83-9A71-5716-AD3E-CC981E2C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990E-FE5A-4CBB-90FE-FDFDEECAACB5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8ACB6-ADA2-AB76-7AEF-0D70BE61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72C3C-A6F2-3BC7-B21A-EBB1F4D1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CCCA-4C3A-4F3F-AFFA-EF104B2E9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4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F7DA-112A-8D8C-C3A1-EF0321BEA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1E8E3-73BC-CA09-3210-A22DFF49D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D591-4C53-2F8A-B0A6-44F0D493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990E-FE5A-4CBB-90FE-FDFDEECAACB5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D0A63-A750-5AB4-F57B-C4134E307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85804-300A-B1B3-FDB4-4AF80A42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CCCA-4C3A-4F3F-AFFA-EF104B2E9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76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5E6632-3BDF-91C8-C1C5-2026F78FA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09D56-5FB9-5B2A-3A58-17DFF89C3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62467-255C-A39A-9C91-6DBEC50D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990E-FE5A-4CBB-90FE-FDFDEECAACB5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49500-F702-708C-5CC3-A4532839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D7391-1548-6446-FA81-6299F6566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BCCCA-4C3A-4F3F-AFFA-EF104B2E9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38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3F74DD-5984-403C-A323-77A875A7B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88068-53AB-733E-FD12-4288B3B00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B79AF-EC82-195D-6CC9-3E2BC2AAD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E990E-FE5A-4CBB-90FE-FDFDEECAACB5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07050-52F7-CF46-9201-B5B34BC0E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B1CFA-680D-0FF1-D350-800590910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BCCCA-4C3A-4F3F-AFFA-EF104B2E9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1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ambleic@clemson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claude.com/docs/en/vs-cod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Connecting Claude and VS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Lab: Supplementary Materials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 – 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4C20-FF5D-4F85-7F34-C937492C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Roadmap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22144-38AE-9D29-1A34-75FC32FD7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800"/>
            <a:ext cx="10515600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slide deck provides a step-by-step walkthrough of connecting Claude and VS Code.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 not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have a Claude account, you will not be able to connect Claude and VS Code. Please refer to the appropriate slide-deck to connect the AI of your choice to VS Code.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run into issues, please first work with the AI of your choice to troubleshoot.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continue to have issues, please reach out to Amanda Bleichrodt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ambleic@clemson.edu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594787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ED0978-13AB-454B-0650-9D76B0A52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98" y="110641"/>
            <a:ext cx="11154204" cy="663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786F4-6831-FA7D-65EF-B6D35F1C8D15}"/>
              </a:ext>
            </a:extLst>
          </p:cNvPr>
          <p:cNvSpPr txBox="1"/>
          <p:nvPr/>
        </p:nvSpPr>
        <p:spPr>
          <a:xfrm>
            <a:off x="5562601" y="624602"/>
            <a:ext cx="4733924" cy="31700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1: Opening the Extensions Menu</a:t>
            </a:r>
          </a:p>
          <a:p>
            <a:pPr algn="ctr"/>
            <a:endParaRPr lang="en-US" dirty="0"/>
          </a:p>
          <a:p>
            <a:r>
              <a:rPr lang="en-US" dirty="0"/>
              <a:t>To connect Claude to VS Code, first press: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MAC:</a:t>
            </a:r>
            <a:r>
              <a:rPr lang="en-US" dirty="0"/>
              <a:t> </a:t>
            </a:r>
            <a:r>
              <a:rPr lang="en-US" i="1" dirty="0" err="1"/>
              <a:t>Cmd+Shift+X</a:t>
            </a: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Windows/Linux: </a:t>
            </a:r>
            <a:r>
              <a:rPr lang="en-US" i="1" dirty="0" err="1"/>
              <a:t>Ctrl+Shift+X</a:t>
            </a:r>
            <a:endParaRPr lang="en-US" i="1" dirty="0"/>
          </a:p>
          <a:p>
            <a:endParaRPr lang="en-US" dirty="0"/>
          </a:p>
          <a:p>
            <a:r>
              <a:rPr lang="en-US" dirty="0"/>
              <a:t>This opens the </a:t>
            </a:r>
            <a:r>
              <a:rPr lang="en-US" i="1" dirty="0"/>
              <a:t>Extensions</a:t>
            </a:r>
            <a:r>
              <a:rPr lang="en-US" dirty="0"/>
              <a:t> view where we can download the “Claude Code” extension. If that does not work, </a:t>
            </a:r>
            <a:r>
              <a:rPr lang="en-US" b="1" dirty="0"/>
              <a:t>click the </a:t>
            </a:r>
            <a:r>
              <a:rPr lang="en-US" b="1" i="1" dirty="0"/>
              <a:t>Extensions</a:t>
            </a:r>
            <a:r>
              <a:rPr lang="en-US" dirty="0"/>
              <a:t>  icon on the left side of the page.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506853-EAD8-18A4-2AB9-25F6C2E63A06}"/>
              </a:ext>
            </a:extLst>
          </p:cNvPr>
          <p:cNvSpPr/>
          <p:nvPr/>
        </p:nvSpPr>
        <p:spPr>
          <a:xfrm>
            <a:off x="471273" y="1600200"/>
            <a:ext cx="395502" cy="371475"/>
          </a:xfrm>
          <a:prstGeom prst="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760A2F-5719-6EC7-D58E-A31D52A0DC39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 flipV="1">
            <a:off x="866775" y="1785938"/>
            <a:ext cx="4695826" cy="423714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42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FFF6B0-8CCC-197C-6B5C-49084F759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31" y="96320"/>
            <a:ext cx="11191139" cy="6665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4EEDE0-3AF5-67C1-7D67-F45933C18149}"/>
              </a:ext>
            </a:extLst>
          </p:cNvPr>
          <p:cNvSpPr txBox="1"/>
          <p:nvPr/>
        </p:nvSpPr>
        <p:spPr>
          <a:xfrm>
            <a:off x="5562601" y="624602"/>
            <a:ext cx="4733924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2: Installing Claude Code</a:t>
            </a:r>
          </a:p>
          <a:p>
            <a:pPr algn="ctr"/>
            <a:endParaRPr lang="en-US" dirty="0"/>
          </a:p>
          <a:p>
            <a:r>
              <a:rPr lang="en-US" dirty="0"/>
              <a:t>Once you have opened the </a:t>
            </a:r>
            <a:r>
              <a:rPr lang="en-US" i="1" dirty="0"/>
              <a:t>Extensions Marketplace</a:t>
            </a:r>
            <a:r>
              <a:rPr lang="en-US" dirty="0"/>
              <a:t>, then </a:t>
            </a:r>
            <a:r>
              <a:rPr lang="en-US" b="1" dirty="0"/>
              <a:t>search</a:t>
            </a:r>
            <a:r>
              <a:rPr lang="en-US" dirty="0"/>
              <a:t> </a:t>
            </a:r>
            <a:r>
              <a:rPr lang="en-US" b="1" dirty="0"/>
              <a:t>for “Claude Code”. </a:t>
            </a:r>
            <a:r>
              <a:rPr lang="en-US" dirty="0"/>
              <a:t>The first option you should see is “Claude Code for VS”; </a:t>
            </a:r>
            <a:r>
              <a:rPr lang="en-US" b="1" dirty="0"/>
              <a:t>click </a:t>
            </a:r>
            <a:r>
              <a:rPr lang="en-US" b="1" i="1" dirty="0"/>
              <a:t>Install</a:t>
            </a:r>
            <a:r>
              <a:rPr lang="en-US" b="1" dirty="0"/>
              <a:t>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F5BD9C-3013-2A76-E36C-67C90879E213}"/>
              </a:ext>
            </a:extLst>
          </p:cNvPr>
          <p:cNvSpPr/>
          <p:nvPr/>
        </p:nvSpPr>
        <p:spPr>
          <a:xfrm>
            <a:off x="830317" y="777766"/>
            <a:ext cx="2060028" cy="546537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92C3D9-9717-2006-4C9E-83F5107FECCC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flipH="1" flipV="1">
            <a:off x="2890345" y="1051035"/>
            <a:ext cx="2672256" cy="466119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60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5B6B32-234F-E803-C2F5-9842ADCC4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46" y="126080"/>
            <a:ext cx="11102309" cy="66058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ECC3B7-845D-7DA0-831A-2DDD9996A083}"/>
              </a:ext>
            </a:extLst>
          </p:cNvPr>
          <p:cNvSpPr txBox="1"/>
          <p:nvPr/>
        </p:nvSpPr>
        <p:spPr>
          <a:xfrm>
            <a:off x="5562601" y="624602"/>
            <a:ext cx="4733924" cy="1508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3: Trust Message</a:t>
            </a:r>
          </a:p>
          <a:p>
            <a:pPr algn="ctr"/>
            <a:endParaRPr lang="en-US" dirty="0"/>
          </a:p>
          <a:p>
            <a:r>
              <a:rPr lang="en-US" dirty="0"/>
              <a:t>You may see a message pop up asking, “Do you trust the publisher ‘Anthropic’?”. If you do, </a:t>
            </a:r>
            <a:r>
              <a:rPr lang="en-US" b="1" dirty="0"/>
              <a:t>click </a:t>
            </a:r>
            <a:r>
              <a:rPr lang="en-US" b="1" i="1" dirty="0"/>
              <a:t>Trust Publisher &amp; Install</a:t>
            </a:r>
            <a:r>
              <a:rPr lang="en-US" i="1" dirty="0"/>
              <a:t>.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EF0FFE-47DF-0020-902E-C47CB75370D9}"/>
              </a:ext>
            </a:extLst>
          </p:cNvPr>
          <p:cNvSpPr/>
          <p:nvPr/>
        </p:nvSpPr>
        <p:spPr>
          <a:xfrm>
            <a:off x="5538953" y="3993931"/>
            <a:ext cx="1313793" cy="430924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B7B784-F1F1-7CE7-DA84-A51A05EE798C}"/>
              </a:ext>
            </a:extLst>
          </p:cNvPr>
          <p:cNvCxnSpPr>
            <a:cxnSpLocks/>
          </p:cNvCxnSpPr>
          <p:nvPr/>
        </p:nvCxnSpPr>
        <p:spPr>
          <a:xfrm flipH="1">
            <a:off x="6306207" y="2132707"/>
            <a:ext cx="1597572" cy="1861224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9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42A2A1-738E-32E2-671F-76595D81F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72" y="105804"/>
            <a:ext cx="11181656" cy="66463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F683AB-C4A6-AA73-550E-4D4FBE713ED8}"/>
              </a:ext>
            </a:extLst>
          </p:cNvPr>
          <p:cNvSpPr txBox="1"/>
          <p:nvPr/>
        </p:nvSpPr>
        <p:spPr>
          <a:xfrm>
            <a:off x="2157249" y="2516464"/>
            <a:ext cx="4733924" cy="233910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4: Opening the Claude Chat</a:t>
            </a:r>
          </a:p>
          <a:p>
            <a:pPr algn="ctr"/>
            <a:endParaRPr lang="en-US" dirty="0"/>
          </a:p>
          <a:p>
            <a:r>
              <a:rPr lang="en-US" dirty="0"/>
              <a:t>Once “Claude Code” has been installed, we can now open the chat box and start the process to connect our Claude account to VS Code. To open the Claude chat, </a:t>
            </a:r>
            <a:r>
              <a:rPr lang="en-US" b="1" dirty="0"/>
              <a:t>click the orange spark </a:t>
            </a:r>
            <a:r>
              <a:rPr lang="en-US" dirty="0"/>
              <a:t>in the upper right-hand corner of the page. </a:t>
            </a:r>
            <a:endParaRPr lang="en-US"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6F5378-4CDF-C134-4EE7-EBA3AB4D9C42}"/>
              </a:ext>
            </a:extLst>
          </p:cNvPr>
          <p:cNvSpPr/>
          <p:nvPr/>
        </p:nvSpPr>
        <p:spPr>
          <a:xfrm>
            <a:off x="11097567" y="336331"/>
            <a:ext cx="220719" cy="241738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675D24-3D06-0925-BFDE-61BB9C88880D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6891173" y="457200"/>
            <a:ext cx="4206394" cy="3228815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28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CC3911-CC94-E559-E5FA-CE9691B3B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59" y="104192"/>
            <a:ext cx="11175882" cy="6649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EDF2A-A6DB-DA80-BF30-837580DCF7B9}"/>
              </a:ext>
            </a:extLst>
          </p:cNvPr>
          <p:cNvSpPr txBox="1"/>
          <p:nvPr/>
        </p:nvSpPr>
        <p:spPr>
          <a:xfrm>
            <a:off x="2157249" y="2516464"/>
            <a:ext cx="4733924" cy="20928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5: Connecting to Claude.ai Subscription</a:t>
            </a:r>
          </a:p>
          <a:p>
            <a:pPr algn="ctr"/>
            <a:endParaRPr lang="en-US" dirty="0"/>
          </a:p>
          <a:p>
            <a:r>
              <a:rPr lang="en-US" dirty="0"/>
              <a:t>When you first download Claude Code and open the chat box, you will be prompted to connect to your Claude subscription. To start that process, </a:t>
            </a:r>
            <a:r>
              <a:rPr lang="en-US" b="1" dirty="0"/>
              <a:t>click</a:t>
            </a:r>
            <a:r>
              <a:rPr lang="en-US" dirty="0"/>
              <a:t> </a:t>
            </a:r>
            <a:r>
              <a:rPr lang="en-US" b="1" i="1" dirty="0"/>
              <a:t>Claude.ai Subscription</a:t>
            </a:r>
            <a:r>
              <a:rPr lang="en-US" dirty="0"/>
              <a:t>. </a:t>
            </a:r>
            <a:endParaRPr lang="en-US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38E7CF-3713-49C9-B83C-1157E9362A30}"/>
              </a:ext>
            </a:extLst>
          </p:cNvPr>
          <p:cNvSpPr/>
          <p:nvPr/>
        </p:nvSpPr>
        <p:spPr>
          <a:xfrm>
            <a:off x="8008883" y="3429000"/>
            <a:ext cx="2953407" cy="617483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13FFAE-B806-227A-742C-F6C7B2C6771B}"/>
              </a:ext>
            </a:extLst>
          </p:cNvPr>
          <p:cNvCxnSpPr>
            <a:stCxn id="6" idx="3"/>
          </p:cNvCxnSpPr>
          <p:nvPr/>
        </p:nvCxnSpPr>
        <p:spPr>
          <a:xfrm>
            <a:off x="6891173" y="3562905"/>
            <a:ext cx="1117710" cy="15775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89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0E7683-B07C-AFBA-4E82-D8A2E72CA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62" y="634549"/>
            <a:ext cx="11062676" cy="55889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9B38A4-BBAB-2158-7C92-53FAEFDA6963}"/>
              </a:ext>
            </a:extLst>
          </p:cNvPr>
          <p:cNvSpPr txBox="1"/>
          <p:nvPr/>
        </p:nvSpPr>
        <p:spPr>
          <a:xfrm>
            <a:off x="1106215" y="4513430"/>
            <a:ext cx="4733924" cy="1508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6: Opening Claude.ai Log-In Page</a:t>
            </a:r>
          </a:p>
          <a:p>
            <a:pPr algn="ctr"/>
            <a:endParaRPr lang="en-US" dirty="0"/>
          </a:p>
          <a:p>
            <a:r>
              <a:rPr lang="en-US" dirty="0"/>
              <a:t>After clicking on the Claude.ai Subscription button (Step 5), VS Code will ask if you want to open the external website. </a:t>
            </a:r>
            <a:r>
              <a:rPr lang="en-US" b="1" dirty="0"/>
              <a:t>Click </a:t>
            </a:r>
            <a:r>
              <a:rPr lang="en-US" b="1" i="1" dirty="0"/>
              <a:t>Open</a:t>
            </a:r>
            <a:r>
              <a:rPr lang="en-US" b="1" dirty="0"/>
              <a:t>. </a:t>
            </a:r>
            <a:endParaRPr lang="en-US" b="1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0D615C-05AE-F298-484E-11B7D8EFC98A}"/>
              </a:ext>
            </a:extLst>
          </p:cNvPr>
          <p:cNvSpPr/>
          <p:nvPr/>
        </p:nvSpPr>
        <p:spPr>
          <a:xfrm>
            <a:off x="3804744" y="3773214"/>
            <a:ext cx="956441" cy="336332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D10EE1-B423-A1E9-BFEF-4F7E76C112B8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3473177" y="4109546"/>
            <a:ext cx="809788" cy="403884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78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B63B89-0CA0-FB15-1F2A-F6985162C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025" y="108211"/>
            <a:ext cx="6996655" cy="6641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2CAFAD-F056-F4A4-6C35-53519E72A1E0}"/>
              </a:ext>
            </a:extLst>
          </p:cNvPr>
          <p:cNvSpPr txBox="1"/>
          <p:nvPr/>
        </p:nvSpPr>
        <p:spPr>
          <a:xfrm>
            <a:off x="606126" y="1834310"/>
            <a:ext cx="4733924" cy="28931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7: Authorizing Claude Code</a:t>
            </a:r>
          </a:p>
          <a:p>
            <a:pPr algn="ctr"/>
            <a:endParaRPr lang="en-US" dirty="0"/>
          </a:p>
          <a:p>
            <a:r>
              <a:rPr lang="en-US" dirty="0"/>
              <a:t>Once the webpage opens, you will need to authorize Claude Code to connect to your Claude chat account. Essentially, you are authorizing Claude to do all things under the </a:t>
            </a:r>
            <a:r>
              <a:rPr lang="en-US" i="1" dirty="0"/>
              <a:t>YOUR ACCOUNT WILL BE USED TO: </a:t>
            </a:r>
            <a:r>
              <a:rPr lang="en-US" dirty="0"/>
              <a:t>header. To authorize and continue the process of connecting Claude and VS Code, </a:t>
            </a:r>
            <a:r>
              <a:rPr lang="en-US" b="1" dirty="0"/>
              <a:t>click </a:t>
            </a:r>
            <a:r>
              <a:rPr lang="en-US" b="1" i="1" dirty="0"/>
              <a:t>Authorize</a:t>
            </a:r>
            <a:r>
              <a:rPr lang="en-US" b="1" dirty="0"/>
              <a:t>.</a:t>
            </a:r>
            <a:endParaRPr lang="en-US" b="1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E0193-9CF1-3F86-E4CE-FACF4610499F}"/>
              </a:ext>
            </a:extLst>
          </p:cNvPr>
          <p:cNvSpPr/>
          <p:nvPr/>
        </p:nvSpPr>
        <p:spPr>
          <a:xfrm>
            <a:off x="6096000" y="4984955"/>
            <a:ext cx="4090219" cy="65876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2A72D15-6D1A-C7BF-2808-872504D102EB}"/>
              </a:ext>
            </a:extLst>
          </p:cNvPr>
          <p:cNvCxnSpPr>
            <a:stCxn id="6" idx="2"/>
            <a:endCxn id="2" idx="1"/>
          </p:cNvCxnSpPr>
          <p:nvPr/>
        </p:nvCxnSpPr>
        <p:spPr>
          <a:xfrm>
            <a:off x="2973088" y="4727410"/>
            <a:ext cx="3122912" cy="58692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34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F89EE0-2BED-AD93-C8D5-474F3B32F0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45" t="11779" r="27221" b="21571"/>
          <a:stretch>
            <a:fillRect/>
          </a:stretch>
        </p:blipFill>
        <p:spPr>
          <a:xfrm>
            <a:off x="545999" y="619431"/>
            <a:ext cx="5388077" cy="36955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2FF4E-2C7F-B17A-060C-CE9B817FEE09}"/>
              </a:ext>
            </a:extLst>
          </p:cNvPr>
          <p:cNvSpPr txBox="1"/>
          <p:nvPr/>
        </p:nvSpPr>
        <p:spPr>
          <a:xfrm>
            <a:off x="3729038" y="4712372"/>
            <a:ext cx="4733924" cy="178510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8: Signing into Claude</a:t>
            </a:r>
          </a:p>
          <a:p>
            <a:pPr algn="ctr"/>
            <a:endParaRPr lang="en-US" b="1" i="1" dirty="0"/>
          </a:p>
          <a:p>
            <a:r>
              <a:rPr lang="en-US" dirty="0"/>
              <a:t>After clicking </a:t>
            </a:r>
            <a:r>
              <a:rPr lang="en-US" i="1" dirty="0"/>
              <a:t>Authorize</a:t>
            </a:r>
            <a:r>
              <a:rPr lang="en-US" dirty="0"/>
              <a:t>, you may be prompted to sign into Claude. To do so, </a:t>
            </a:r>
            <a:r>
              <a:rPr lang="en-US" b="1" dirty="0"/>
              <a:t>click </a:t>
            </a:r>
            <a:r>
              <a:rPr lang="en-US" b="1" i="1" dirty="0"/>
              <a:t>Sign in again</a:t>
            </a:r>
            <a:r>
              <a:rPr lang="en-US" dirty="0"/>
              <a:t>. You will then be prompted to log into your Claude account.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C58B30-AF84-448D-F279-F91983C9D0CA}"/>
              </a:ext>
            </a:extLst>
          </p:cNvPr>
          <p:cNvSpPr/>
          <p:nvPr/>
        </p:nvSpPr>
        <p:spPr>
          <a:xfrm>
            <a:off x="2635353" y="3226208"/>
            <a:ext cx="1209368" cy="58256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581CE1-7B9D-CD82-D070-AC1EBEF8B6AA}"/>
              </a:ext>
            </a:extLst>
          </p:cNvPr>
          <p:cNvCxnSpPr>
            <a:cxnSpLocks/>
            <a:stCxn id="3" idx="0"/>
            <a:endCxn id="4" idx="3"/>
          </p:cNvCxnSpPr>
          <p:nvPr/>
        </p:nvCxnSpPr>
        <p:spPr>
          <a:xfrm flipH="1" flipV="1">
            <a:off x="3844721" y="3517489"/>
            <a:ext cx="2251279" cy="11948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950759C-0063-453B-F2E5-F07DB26EFE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17" t="27704" r="22081" b="22165"/>
          <a:stretch>
            <a:fillRect/>
          </a:stretch>
        </p:blipFill>
        <p:spPr>
          <a:xfrm>
            <a:off x="7624359" y="619431"/>
            <a:ext cx="3864575" cy="36955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998E9C6-DBE8-84D0-B905-A4278D65DB88}"/>
              </a:ext>
            </a:extLst>
          </p:cNvPr>
          <p:cNvSpPr/>
          <p:nvPr/>
        </p:nvSpPr>
        <p:spPr>
          <a:xfrm>
            <a:off x="7983796" y="1700981"/>
            <a:ext cx="3224980" cy="234990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8B9E6F-61B2-7C21-C569-04A8C7D7068F}"/>
              </a:ext>
            </a:extLst>
          </p:cNvPr>
          <p:cNvCxnSpPr>
            <a:stCxn id="3" idx="0"/>
            <a:endCxn id="15" idx="1"/>
          </p:cNvCxnSpPr>
          <p:nvPr/>
        </p:nvCxnSpPr>
        <p:spPr>
          <a:xfrm flipV="1">
            <a:off x="6096000" y="2875936"/>
            <a:ext cx="1887796" cy="18364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57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96BF8-7437-A22B-F5FA-E41BDA953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0E80F7-4E4A-2940-AD64-56A52CD4C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025" y="108211"/>
            <a:ext cx="6996655" cy="6641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6845F4-D0C5-26B9-E7CA-15FC49B52C6E}"/>
              </a:ext>
            </a:extLst>
          </p:cNvPr>
          <p:cNvSpPr txBox="1"/>
          <p:nvPr/>
        </p:nvSpPr>
        <p:spPr>
          <a:xfrm>
            <a:off x="606126" y="1834310"/>
            <a:ext cx="4733924" cy="28931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9: Authorizing Claude Code </a:t>
            </a:r>
          </a:p>
          <a:p>
            <a:pPr algn="ctr"/>
            <a:endParaRPr lang="en-US" dirty="0"/>
          </a:p>
          <a:p>
            <a:r>
              <a:rPr lang="en-US" dirty="0"/>
              <a:t>After logging in, you will be prompted to authorize Claude Code to connect to your Claude chat account </a:t>
            </a:r>
            <a:r>
              <a:rPr lang="en-US" b="1" dirty="0"/>
              <a:t>again</a:t>
            </a:r>
            <a:r>
              <a:rPr lang="en-US" dirty="0"/>
              <a:t>. Essentially, you are authorizing Claude to do all things under the </a:t>
            </a:r>
            <a:r>
              <a:rPr lang="en-US" i="1" dirty="0"/>
              <a:t>YOUR ACCOUNT WILL BE USED TO: </a:t>
            </a:r>
            <a:r>
              <a:rPr lang="en-US" dirty="0"/>
              <a:t>header. To authorize and finish the process of connecting Claude and VS Code, </a:t>
            </a:r>
            <a:r>
              <a:rPr lang="en-US" b="1" dirty="0"/>
              <a:t>click </a:t>
            </a:r>
            <a:r>
              <a:rPr lang="en-US" b="1" i="1" dirty="0"/>
              <a:t>Authorize</a:t>
            </a:r>
            <a:r>
              <a:rPr lang="en-US" b="1" dirty="0"/>
              <a:t>.</a:t>
            </a:r>
            <a:endParaRPr lang="en-US" b="1" i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350FDF-F284-D0F5-CA89-E251B49A2C8F}"/>
              </a:ext>
            </a:extLst>
          </p:cNvPr>
          <p:cNvSpPr/>
          <p:nvPr/>
        </p:nvSpPr>
        <p:spPr>
          <a:xfrm>
            <a:off x="6096000" y="4984955"/>
            <a:ext cx="4090219" cy="65876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A1F5E39-DE62-CEB1-50EA-2FAFF7707B58}"/>
              </a:ext>
            </a:extLst>
          </p:cNvPr>
          <p:cNvCxnSpPr>
            <a:stCxn id="6" idx="2"/>
            <a:endCxn id="2" idx="1"/>
          </p:cNvCxnSpPr>
          <p:nvPr/>
        </p:nvCxnSpPr>
        <p:spPr>
          <a:xfrm>
            <a:off x="2973088" y="4727410"/>
            <a:ext cx="3122912" cy="58692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63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6F9DDD-706B-C457-9E92-395800E30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441" y="368338"/>
            <a:ext cx="8992855" cy="53347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037C5D-B27A-F210-F518-18F04B7296D7}"/>
              </a:ext>
            </a:extLst>
          </p:cNvPr>
          <p:cNvSpPr txBox="1"/>
          <p:nvPr/>
        </p:nvSpPr>
        <p:spPr>
          <a:xfrm>
            <a:off x="755479" y="3424678"/>
            <a:ext cx="4733924" cy="28931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Step 10: Confirming Set Up</a:t>
            </a:r>
          </a:p>
          <a:p>
            <a:pPr algn="ctr"/>
            <a:endParaRPr lang="en-US" dirty="0"/>
          </a:p>
          <a:p>
            <a:r>
              <a:rPr lang="en-US" dirty="0"/>
              <a:t>After logging in (Step 8) and authorizing Claude Code (Step 9) you should see </a:t>
            </a:r>
            <a:r>
              <a:rPr lang="en-US" i="1" dirty="0"/>
              <a:t>Build something great</a:t>
            </a:r>
            <a:r>
              <a:rPr lang="en-US" dirty="0"/>
              <a:t>. Once you make it to this screen, you can </a:t>
            </a:r>
            <a:r>
              <a:rPr lang="en-US" b="1" dirty="0"/>
              <a:t>close the window </a:t>
            </a:r>
            <a:r>
              <a:rPr lang="en-US" dirty="0"/>
              <a:t>and </a:t>
            </a:r>
            <a:r>
              <a:rPr lang="en-US" b="1" dirty="0"/>
              <a:t>navigate back to VS Code</a:t>
            </a:r>
            <a:r>
              <a:rPr lang="en-US" dirty="0"/>
              <a:t>. </a:t>
            </a:r>
          </a:p>
          <a:p>
            <a:endParaRPr lang="en-US" b="1" i="1" dirty="0"/>
          </a:p>
          <a:p>
            <a:pPr algn="ctr"/>
            <a:r>
              <a:rPr lang="en-US" dirty="0"/>
              <a:t>If you </a:t>
            </a:r>
            <a:r>
              <a:rPr lang="en-US" b="1" dirty="0"/>
              <a:t>do not</a:t>
            </a:r>
            <a:r>
              <a:rPr lang="en-US" dirty="0"/>
              <a:t> see this screen, please let us know!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3D3726-3932-9EBB-922C-B46B88FF5578}"/>
              </a:ext>
            </a:extLst>
          </p:cNvPr>
          <p:cNvSpPr/>
          <p:nvPr/>
        </p:nvSpPr>
        <p:spPr>
          <a:xfrm>
            <a:off x="6164826" y="2035277"/>
            <a:ext cx="2861187" cy="138940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184806-9C24-69E1-C93C-53666038E423}"/>
              </a:ext>
            </a:extLst>
          </p:cNvPr>
          <p:cNvCxnSpPr>
            <a:stCxn id="3" idx="3"/>
            <a:endCxn id="6" idx="2"/>
          </p:cNvCxnSpPr>
          <p:nvPr/>
        </p:nvCxnSpPr>
        <p:spPr>
          <a:xfrm flipV="1">
            <a:off x="5489403" y="3424678"/>
            <a:ext cx="2106017" cy="144655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53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7361F2-9178-BEFE-3E83-24B45751A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87" y="177295"/>
            <a:ext cx="10919226" cy="65034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DB1C45-10CF-2D4E-9C0F-4703156CD36E}"/>
              </a:ext>
            </a:extLst>
          </p:cNvPr>
          <p:cNvSpPr txBox="1"/>
          <p:nvPr/>
        </p:nvSpPr>
        <p:spPr>
          <a:xfrm>
            <a:off x="1362076" y="3397045"/>
            <a:ext cx="4733924" cy="2062103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Claude in VS Code</a:t>
            </a:r>
          </a:p>
          <a:p>
            <a:pPr algn="ctr"/>
            <a:endParaRPr lang="en-US" dirty="0"/>
          </a:p>
          <a:p>
            <a:r>
              <a:rPr lang="en-US" dirty="0"/>
              <a:t>Once you navigate back to VS Code, you should now see the chat box for Claude Code ready to go. If you close out the chat, you can re-open it by clicking the orange spark icon (Step 4).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EC0EA5-66EF-6033-BB34-3EA580C9701E}"/>
              </a:ext>
            </a:extLst>
          </p:cNvPr>
          <p:cNvSpPr/>
          <p:nvPr/>
        </p:nvSpPr>
        <p:spPr>
          <a:xfrm>
            <a:off x="7157884" y="353961"/>
            <a:ext cx="4326193" cy="6223820"/>
          </a:xfrm>
          <a:prstGeom prst="rect">
            <a:avLst/>
          </a:prstGeom>
          <a:noFill/>
          <a:ln w="571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F08FC01-AC40-42C2-58A5-1B9FC69058D1}"/>
              </a:ext>
            </a:extLst>
          </p:cNvPr>
          <p:cNvCxnSpPr>
            <a:stCxn id="3" idx="3"/>
            <a:endCxn id="6" idx="1"/>
          </p:cNvCxnSpPr>
          <p:nvPr/>
        </p:nvCxnSpPr>
        <p:spPr>
          <a:xfrm flipV="1">
            <a:off x="6096000" y="3465871"/>
            <a:ext cx="1061884" cy="962226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96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E08C-A7D6-A68E-BCDD-D354234AF8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Want to learn more?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922A2-28E8-6218-5F71-D6F2B433D5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https://code.claude.com/docs/en/vs-code </a:t>
            </a:r>
            <a:endParaRPr lang="en-US" sz="30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761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686</Words>
  <Application>Microsoft Office PowerPoint</Application>
  <PresentationFormat>Widescreen</PresentationFormat>
  <Paragraphs>53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Connecting Claude and VS Code</vt:lpstr>
      <vt:lpstr>Roadmap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Want to learn more?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Amanda Marie Bleichrodt</cp:lastModifiedBy>
  <cp:revision>2</cp:revision>
  <dcterms:created xsi:type="dcterms:W3CDTF">2026-07-10T15:19:34Z</dcterms:created>
  <dcterms:modified xsi:type="dcterms:W3CDTF">2026-07-12T23:38:19Z</dcterms:modified>
</cp:coreProperties>
</file>