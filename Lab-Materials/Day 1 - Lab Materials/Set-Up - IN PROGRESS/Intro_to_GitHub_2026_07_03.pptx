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05" r:id="rId2"/>
    <p:sldId id="502" r:id="rId3"/>
    <p:sldId id="425" r:id="rId4"/>
    <p:sldId id="503" r:id="rId5"/>
    <p:sldId id="505" r:id="rId6"/>
    <p:sldId id="406" r:id="rId7"/>
    <p:sldId id="379" r:id="rId8"/>
    <p:sldId id="383" r:id="rId9"/>
    <p:sldId id="384" r:id="rId10"/>
    <p:sldId id="400" r:id="rId11"/>
    <p:sldId id="370" r:id="rId12"/>
    <p:sldId id="401" r:id="rId13"/>
    <p:sldId id="402" r:id="rId14"/>
    <p:sldId id="387" r:id="rId15"/>
    <p:sldId id="397" r:id="rId16"/>
    <p:sldId id="404" r:id="rId17"/>
    <p:sldId id="391" r:id="rId18"/>
    <p:sldId id="392" r:id="rId19"/>
    <p:sldId id="256" r:id="rId20"/>
    <p:sldId id="407" r:id="rId21"/>
    <p:sldId id="394" r:id="rId22"/>
    <p:sldId id="507" r:id="rId23"/>
    <p:sldId id="513" r:id="rId24"/>
    <p:sldId id="509" r:id="rId25"/>
    <p:sldId id="5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1FE29-A957-4CF5-B780-F8DF5F17B0AB}" v="4" dt="2026-07-17T04:06:51.628"/>
    <p1510:client id="{BD5865C8-4CEF-4284-B214-3EC9DEC7BCD3}" v="7" dt="2026-07-17T16:28:57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8CD3F0DC-5380-413B-BA1A-8DCBF15377B9}"/>
    <pc:docChg chg="custSel addSld delSld modSld sldOrd">
      <pc:chgData name="ambleic@clemson.edu" userId="43615028507_tp_box_2" providerId="OAuth2" clId="{8CD3F0DC-5380-413B-BA1A-8DCBF15377B9}" dt="2026-07-17T04:21:46.900" v="46"/>
      <pc:docMkLst>
        <pc:docMk/>
      </pc:docMkLst>
      <pc:sldChg chg="del">
        <pc:chgData name="ambleic@clemson.edu" userId="43615028507_tp_box_2" providerId="OAuth2" clId="{8CD3F0DC-5380-413B-BA1A-8DCBF15377B9}" dt="2026-07-17T04:12:20.925" v="18" actId="47"/>
        <pc:sldMkLst>
          <pc:docMk/>
          <pc:sldMk cId="1594787790" sldId="315"/>
        </pc:sldMkLst>
      </pc:sldChg>
      <pc:sldChg chg="modSp mod">
        <pc:chgData name="ambleic@clemson.edu" userId="43615028507_tp_box_2" providerId="OAuth2" clId="{8CD3F0DC-5380-413B-BA1A-8DCBF15377B9}" dt="2026-07-17T03:59:55.937" v="5" actId="12789"/>
        <pc:sldMkLst>
          <pc:docMk/>
          <pc:sldMk cId="2451146238" sldId="406"/>
        </pc:sldMkLst>
        <pc:spChg chg="mod">
          <ac:chgData name="ambleic@clemson.edu" userId="43615028507_tp_box_2" providerId="OAuth2" clId="{8CD3F0DC-5380-413B-BA1A-8DCBF15377B9}" dt="2026-07-17T03:59:55.937" v="5" actId="12789"/>
          <ac:spMkLst>
            <pc:docMk/>
            <pc:sldMk cId="2451146238" sldId="406"/>
            <ac:spMk id="3" creationId="{639E4184-A140-C2C2-7652-007FE005B81F}"/>
          </ac:spMkLst>
        </pc:spChg>
      </pc:sldChg>
      <pc:sldChg chg="add del">
        <pc:chgData name="ambleic@clemson.edu" userId="43615028507_tp_box_2" providerId="OAuth2" clId="{8CD3F0DC-5380-413B-BA1A-8DCBF15377B9}" dt="2026-07-17T04:17:38.917" v="39"/>
        <pc:sldMkLst>
          <pc:docMk/>
          <pc:sldMk cId="3845656810" sldId="420"/>
        </pc:sldMkLst>
      </pc:sldChg>
      <pc:sldChg chg="del">
        <pc:chgData name="ambleic@clemson.edu" userId="43615028507_tp_box_2" providerId="OAuth2" clId="{8CD3F0DC-5380-413B-BA1A-8DCBF15377B9}" dt="2026-07-17T03:58:53.953" v="1" actId="47"/>
        <pc:sldMkLst>
          <pc:docMk/>
          <pc:sldMk cId="1833375455" sldId="421"/>
        </pc:sldMkLst>
      </pc:sldChg>
      <pc:sldChg chg="add">
        <pc:chgData name="ambleic@clemson.edu" userId="43615028507_tp_box_2" providerId="OAuth2" clId="{8CD3F0DC-5380-413B-BA1A-8DCBF15377B9}" dt="2026-07-17T03:58:49.444" v="0"/>
        <pc:sldMkLst>
          <pc:docMk/>
          <pc:sldMk cId="263152172" sldId="425"/>
        </pc:sldMkLst>
      </pc:sldChg>
      <pc:sldChg chg="modSp add del mod">
        <pc:chgData name="ambleic@clemson.edu" userId="43615028507_tp_box_2" providerId="OAuth2" clId="{8CD3F0DC-5380-413B-BA1A-8DCBF15377B9}" dt="2026-07-17T04:13:36.221" v="35"/>
        <pc:sldMkLst>
          <pc:docMk/>
          <pc:sldMk cId="1807760304" sldId="490"/>
        </pc:sldMkLst>
        <pc:graphicFrameChg chg="modGraphic">
          <ac:chgData name="ambleic@clemson.edu" userId="43615028507_tp_box_2" providerId="OAuth2" clId="{8CD3F0DC-5380-413B-BA1A-8DCBF15377B9}" dt="2026-07-17T04:12:42.688" v="33" actId="20577"/>
          <ac:graphicFrameMkLst>
            <pc:docMk/>
            <pc:sldMk cId="1807760304" sldId="490"/>
            <ac:graphicFrameMk id="7" creationId="{739EE78A-44FA-685D-EC14-5A698DE5A063}"/>
          </ac:graphicFrameMkLst>
        </pc:graphicFrameChg>
      </pc:sldChg>
      <pc:sldChg chg="add del">
        <pc:chgData name="ambleic@clemson.edu" userId="43615028507_tp_box_2" providerId="OAuth2" clId="{8CD3F0DC-5380-413B-BA1A-8DCBF15377B9}" dt="2026-07-17T04:11:51.798" v="7"/>
        <pc:sldMkLst>
          <pc:docMk/>
          <pc:sldMk cId="838839178" sldId="501"/>
        </pc:sldMkLst>
      </pc:sldChg>
      <pc:sldChg chg="modSp add mod ord">
        <pc:chgData name="ambleic@clemson.edu" userId="43615028507_tp_box_2" providerId="OAuth2" clId="{8CD3F0DC-5380-413B-BA1A-8DCBF15377B9}" dt="2026-07-17T04:12:01.065" v="17"/>
        <pc:sldMkLst>
          <pc:docMk/>
          <pc:sldMk cId="657207687" sldId="502"/>
        </pc:sldMkLst>
        <pc:graphicFrameChg chg="modGraphic">
          <ac:chgData name="ambleic@clemson.edu" userId="43615028507_tp_box_2" providerId="OAuth2" clId="{8CD3F0DC-5380-413B-BA1A-8DCBF15377B9}" dt="2026-07-17T04:11:51.823" v="15"/>
          <ac:graphicFrameMkLst>
            <pc:docMk/>
            <pc:sldMk cId="657207687" sldId="502"/>
            <ac:graphicFrameMk id="7" creationId="{67FA3C47-38BF-4381-9A13-2A6F8DC32BCE}"/>
          </ac:graphicFrameMkLst>
        </pc:graphicFrameChg>
      </pc:sldChg>
      <pc:sldChg chg="modSp add mod">
        <pc:chgData name="ambleic@clemson.edu" userId="43615028507_tp_box_2" providerId="OAuth2" clId="{8CD3F0DC-5380-413B-BA1A-8DCBF15377B9}" dt="2026-07-17T04:13:36.241" v="37"/>
        <pc:sldMkLst>
          <pc:docMk/>
          <pc:sldMk cId="1669003075" sldId="503"/>
        </pc:sldMkLst>
        <pc:graphicFrameChg chg="modGraphic">
          <ac:chgData name="ambleic@clemson.edu" userId="43615028507_tp_box_2" providerId="OAuth2" clId="{8CD3F0DC-5380-413B-BA1A-8DCBF15377B9}" dt="2026-07-17T04:13:36.241" v="37"/>
          <ac:graphicFrameMkLst>
            <pc:docMk/>
            <pc:sldMk cId="1669003075" sldId="503"/>
            <ac:graphicFrameMk id="7" creationId="{739EE78A-44FA-685D-EC14-5A698DE5A063}"/>
          </ac:graphicFrameMkLst>
        </pc:graphicFrameChg>
      </pc:sldChg>
      <pc:sldChg chg="modSp add del mod">
        <pc:chgData name="ambleic@clemson.edu" userId="43615028507_tp_box_2" providerId="OAuth2" clId="{8CD3F0DC-5380-413B-BA1A-8DCBF15377B9}" dt="2026-07-17T04:21:46.874" v="44"/>
        <pc:sldMkLst>
          <pc:docMk/>
          <pc:sldMk cId="833524036" sldId="504"/>
        </pc:sldMkLst>
        <pc:graphicFrameChg chg="modGraphic">
          <ac:chgData name="ambleic@clemson.edu" userId="43615028507_tp_box_2" providerId="OAuth2" clId="{8CD3F0DC-5380-413B-BA1A-8DCBF15377B9}" dt="2026-07-17T04:17:38.934" v="42"/>
          <ac:graphicFrameMkLst>
            <pc:docMk/>
            <pc:sldMk cId="833524036" sldId="504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8CD3F0DC-5380-413B-BA1A-8DCBF15377B9}" dt="2026-07-17T04:21:46.900" v="46"/>
        <pc:sldMkLst>
          <pc:docMk/>
          <pc:sldMk cId="4035965665" sldId="505"/>
        </pc:sldMkLst>
        <pc:graphicFrameChg chg="modGraphic">
          <ac:chgData name="ambleic@clemson.edu" userId="43615028507_tp_box_2" providerId="OAuth2" clId="{8CD3F0DC-5380-413B-BA1A-8DCBF15377B9}" dt="2026-07-17T04:21:46.900" v="46"/>
          <ac:graphicFrameMkLst>
            <pc:docMk/>
            <pc:sldMk cId="4035965665" sldId="505"/>
            <ac:graphicFrameMk id="7" creationId="{00000000-0000-0000-0000-000000000000}"/>
          </ac:graphicFrameMkLst>
        </pc:graphicFrameChg>
      </pc:sldChg>
    </pc:docChg>
  </pc:docChgLst>
  <pc:docChgLst>
    <pc:chgData name="ambleic@clemson.edu" userId="43615028507_tp_box_2" providerId="OAuth2" clId="{5F4B9ABB-DEB5-4DC3-A8F9-1752A2D02C85}"/>
    <pc:docChg chg="undo redo custSel addSld delSld modSld">
      <pc:chgData name="ambleic@clemson.edu" userId="43615028507_tp_box_2" providerId="OAuth2" clId="{5F4B9ABB-DEB5-4DC3-A8F9-1752A2D02C85}" dt="2026-07-17T16:35:47.421" v="1251" actId="478"/>
      <pc:docMkLst>
        <pc:docMk/>
      </pc:docMkLst>
      <pc:sldChg chg="modSp mod">
        <pc:chgData name="ambleic@clemson.edu" userId="43615028507_tp_box_2" providerId="OAuth2" clId="{5F4B9ABB-DEB5-4DC3-A8F9-1752A2D02C85}" dt="2026-07-17T16:07:29.432" v="22" actId="12789"/>
        <pc:sldMkLst>
          <pc:docMk/>
          <pc:sldMk cId="2177886232" sldId="379"/>
        </pc:sldMkLst>
        <pc:spChg chg="mod">
          <ac:chgData name="ambleic@clemson.edu" userId="43615028507_tp_box_2" providerId="OAuth2" clId="{5F4B9ABB-DEB5-4DC3-A8F9-1752A2D02C85}" dt="2026-07-17T16:07:29.432" v="22" actId="12789"/>
          <ac:spMkLst>
            <pc:docMk/>
            <pc:sldMk cId="2177886232" sldId="379"/>
            <ac:spMk id="2" creationId="{E40F767B-87B2-CE29-6066-B647B088C4EF}"/>
          </ac:spMkLst>
        </pc:spChg>
      </pc:sldChg>
      <pc:sldChg chg="modSp mod">
        <pc:chgData name="ambleic@clemson.edu" userId="43615028507_tp_box_2" providerId="OAuth2" clId="{5F4B9ABB-DEB5-4DC3-A8F9-1752A2D02C85}" dt="2026-07-17T16:07:13.042" v="20" actId="12789"/>
        <pc:sldMkLst>
          <pc:docMk/>
          <pc:sldMk cId="2451146238" sldId="406"/>
        </pc:sldMkLst>
        <pc:spChg chg="mod">
          <ac:chgData name="ambleic@clemson.edu" userId="43615028507_tp_box_2" providerId="OAuth2" clId="{5F4B9ABB-DEB5-4DC3-A8F9-1752A2D02C85}" dt="2026-07-17T16:07:13.042" v="20" actId="12789"/>
          <ac:spMkLst>
            <pc:docMk/>
            <pc:sldMk cId="2451146238" sldId="406"/>
            <ac:spMk id="3" creationId="{639E4184-A140-C2C2-7652-007FE005B81F}"/>
          </ac:spMkLst>
        </pc:spChg>
      </pc:sldChg>
      <pc:sldChg chg="modSp mod">
        <pc:chgData name="ambleic@clemson.edu" userId="43615028507_tp_box_2" providerId="OAuth2" clId="{5F4B9ABB-DEB5-4DC3-A8F9-1752A2D02C85}" dt="2026-07-17T16:12:03.114" v="27" actId="1036"/>
        <pc:sldMkLst>
          <pc:docMk/>
          <pc:sldMk cId="1669003075" sldId="503"/>
        </pc:sldMkLst>
        <pc:graphicFrameChg chg="mod">
          <ac:chgData name="ambleic@clemson.edu" userId="43615028507_tp_box_2" providerId="OAuth2" clId="{5F4B9ABB-DEB5-4DC3-A8F9-1752A2D02C85}" dt="2026-07-17T16:12:03.114" v="27" actId="1036"/>
          <ac:graphicFrameMkLst>
            <pc:docMk/>
            <pc:sldMk cId="1669003075" sldId="503"/>
            <ac:graphicFrameMk id="7" creationId="{739EE78A-44FA-685D-EC14-5A698DE5A063}"/>
          </ac:graphicFrameMkLst>
        </pc:graphicFrameChg>
      </pc:sldChg>
      <pc:sldChg chg="modSp mod">
        <pc:chgData name="ambleic@clemson.edu" userId="43615028507_tp_box_2" providerId="OAuth2" clId="{5F4B9ABB-DEB5-4DC3-A8F9-1752A2D02C85}" dt="2026-07-17T14:55:22.362" v="18" actId="12788"/>
        <pc:sldMkLst>
          <pc:docMk/>
          <pc:sldMk cId="4035965665" sldId="505"/>
        </pc:sldMkLst>
        <pc:spChg chg="mod">
          <ac:chgData name="ambleic@clemson.edu" userId="43615028507_tp_box_2" providerId="OAuth2" clId="{5F4B9ABB-DEB5-4DC3-A8F9-1752A2D02C85}" dt="2026-07-17T14:55:22.362" v="18" actId="12788"/>
          <ac:spMkLst>
            <pc:docMk/>
            <pc:sldMk cId="4035965665" sldId="505"/>
            <ac:spMk id="4" creationId="{4A03D021-3291-F8EE-43B3-C66F6EC7F58D}"/>
          </ac:spMkLst>
        </pc:spChg>
        <pc:graphicFrameChg chg="mod">
          <ac:chgData name="ambleic@clemson.edu" userId="43615028507_tp_box_2" providerId="OAuth2" clId="{5F4B9ABB-DEB5-4DC3-A8F9-1752A2D02C85}" dt="2026-07-17T14:55:10.751" v="16" actId="1036"/>
          <ac:graphicFrameMkLst>
            <pc:docMk/>
            <pc:sldMk cId="4035965665" sldId="505"/>
            <ac:graphicFrameMk id="7" creationId="{00000000-0000-0000-0000-000000000000}"/>
          </ac:graphicFrameMkLst>
        </pc:graphicFrameChg>
      </pc:sldChg>
      <pc:sldChg chg="new del">
        <pc:chgData name="ambleic@clemson.edu" userId="43615028507_tp_box_2" providerId="OAuth2" clId="{5F4B9ABB-DEB5-4DC3-A8F9-1752A2D02C85}" dt="2026-07-17T16:20:52.608" v="821" actId="47"/>
        <pc:sldMkLst>
          <pc:docMk/>
          <pc:sldMk cId="3159246412" sldId="506"/>
        </pc:sldMkLst>
      </pc:sldChg>
      <pc:sldChg chg="delSp modSp add mod">
        <pc:chgData name="ambleic@clemson.edu" userId="43615028507_tp_box_2" providerId="OAuth2" clId="{5F4B9ABB-DEB5-4DC3-A8F9-1752A2D02C85}" dt="2026-07-17T16:14:20.675" v="83" actId="478"/>
        <pc:sldMkLst>
          <pc:docMk/>
          <pc:sldMk cId="1082602400" sldId="507"/>
        </pc:sldMkLst>
        <pc:spChg chg="mod">
          <ac:chgData name="ambleic@clemson.edu" userId="43615028507_tp_box_2" providerId="OAuth2" clId="{5F4B9ABB-DEB5-4DC3-A8F9-1752A2D02C85}" dt="2026-07-17T16:14:18.900" v="82" actId="12788"/>
          <ac:spMkLst>
            <pc:docMk/>
            <pc:sldMk cId="1082602400" sldId="507"/>
            <ac:spMk id="2" creationId="{47676C21-F562-0A7C-2136-D9657118E23D}"/>
          </ac:spMkLst>
        </pc:spChg>
        <pc:picChg chg="del">
          <ac:chgData name="ambleic@clemson.edu" userId="43615028507_tp_box_2" providerId="OAuth2" clId="{5F4B9ABB-DEB5-4DC3-A8F9-1752A2D02C85}" dt="2026-07-17T16:14:20.675" v="83" actId="478"/>
          <ac:picMkLst>
            <pc:docMk/>
            <pc:sldMk cId="1082602400" sldId="507"/>
            <ac:picMk id="3" creationId="{69A34673-632C-A56A-D654-36CC921B7611}"/>
          </ac:picMkLst>
        </pc:picChg>
      </pc:sldChg>
      <pc:sldChg chg="modSp new del mod">
        <pc:chgData name="ambleic@clemson.edu" userId="43615028507_tp_box_2" providerId="OAuth2" clId="{5F4B9ABB-DEB5-4DC3-A8F9-1752A2D02C85}" dt="2026-07-17T16:19:54.314" v="738"/>
        <pc:sldMkLst>
          <pc:docMk/>
          <pc:sldMk cId="873386446" sldId="508"/>
        </pc:sldMkLst>
        <pc:spChg chg="mod">
          <ac:chgData name="ambleic@clemson.edu" userId="43615028507_tp_box_2" providerId="OAuth2" clId="{5F4B9ABB-DEB5-4DC3-A8F9-1752A2D02C85}" dt="2026-07-17T16:18:56.237" v="693" actId="122"/>
          <ac:spMkLst>
            <pc:docMk/>
            <pc:sldMk cId="873386446" sldId="508"/>
            <ac:spMk id="2" creationId="{8BB6C9CE-AD2A-2CA4-1B2C-C7724D1F1A41}"/>
          </ac:spMkLst>
        </pc:spChg>
        <pc:spChg chg="mod">
          <ac:chgData name="ambleic@clemson.edu" userId="43615028507_tp_box_2" providerId="OAuth2" clId="{5F4B9ABB-DEB5-4DC3-A8F9-1752A2D02C85}" dt="2026-07-17T16:18:38.645" v="663" actId="20577"/>
          <ac:spMkLst>
            <pc:docMk/>
            <pc:sldMk cId="873386446" sldId="508"/>
            <ac:spMk id="3" creationId="{B37907FC-6232-9309-0549-616B8C8F179B}"/>
          </ac:spMkLst>
        </pc:spChg>
      </pc:sldChg>
      <pc:sldChg chg="addSp delSp modSp new add del mod">
        <pc:chgData name="ambleic@clemson.edu" userId="43615028507_tp_box_2" providerId="OAuth2" clId="{5F4B9ABB-DEB5-4DC3-A8F9-1752A2D02C85}" dt="2026-07-17T16:35:47.421" v="1251" actId="478"/>
        <pc:sldMkLst>
          <pc:docMk/>
          <pc:sldMk cId="2483214453" sldId="509"/>
        </pc:sldMkLst>
        <pc:spChg chg="mod">
          <ac:chgData name="ambleic@clemson.edu" userId="43615028507_tp_box_2" providerId="OAuth2" clId="{5F4B9ABB-DEB5-4DC3-A8F9-1752A2D02C85}" dt="2026-07-17T16:22:51.354" v="825" actId="122"/>
          <ac:spMkLst>
            <pc:docMk/>
            <pc:sldMk cId="2483214453" sldId="509"/>
            <ac:spMk id="2" creationId="{EB39DEB1-206D-A488-A649-5CBE49D87391}"/>
          </ac:spMkLst>
        </pc:spChg>
        <pc:spChg chg="del mod">
          <ac:chgData name="ambleic@clemson.edu" userId="43615028507_tp_box_2" providerId="OAuth2" clId="{5F4B9ABB-DEB5-4DC3-A8F9-1752A2D02C85}" dt="2026-07-17T16:35:45.810" v="1250" actId="478"/>
          <ac:spMkLst>
            <pc:docMk/>
            <pc:sldMk cId="2483214453" sldId="509"/>
            <ac:spMk id="3" creationId="{CFE1F0B5-09FF-0E68-3B72-07AE8E96652B}"/>
          </ac:spMkLst>
        </pc:spChg>
        <pc:spChg chg="add del mod">
          <ac:chgData name="ambleic@clemson.edu" userId="43615028507_tp_box_2" providerId="OAuth2" clId="{5F4B9ABB-DEB5-4DC3-A8F9-1752A2D02C85}" dt="2026-07-17T16:35:47.421" v="1251" actId="478"/>
          <ac:spMkLst>
            <pc:docMk/>
            <pc:sldMk cId="2483214453" sldId="509"/>
            <ac:spMk id="5" creationId="{808E8F11-4A2A-CC88-6664-5E2EEA6BBF75}"/>
          </ac:spMkLst>
        </pc:spChg>
      </pc:sldChg>
      <pc:sldChg chg="modSp new mod">
        <pc:chgData name="ambleic@clemson.edu" userId="43615028507_tp_box_2" providerId="OAuth2" clId="{5F4B9ABB-DEB5-4DC3-A8F9-1752A2D02C85}" dt="2026-07-17T16:20:11.153" v="818" actId="20577"/>
        <pc:sldMkLst>
          <pc:docMk/>
          <pc:sldMk cId="3812001644" sldId="510"/>
        </pc:sldMkLst>
        <pc:spChg chg="mod">
          <ac:chgData name="ambleic@clemson.edu" userId="43615028507_tp_box_2" providerId="OAuth2" clId="{5F4B9ABB-DEB5-4DC3-A8F9-1752A2D02C85}" dt="2026-07-17T16:20:11.153" v="818" actId="20577"/>
          <ac:spMkLst>
            <pc:docMk/>
            <pc:sldMk cId="3812001644" sldId="510"/>
            <ac:spMk id="2" creationId="{CEE2663B-D8B9-CA1B-E8B5-C6E1A85227A1}"/>
          </ac:spMkLst>
        </pc:spChg>
      </pc:sldChg>
      <pc:sldChg chg="add del">
        <pc:chgData name="ambleic@clemson.edu" userId="43615028507_tp_box_2" providerId="OAuth2" clId="{5F4B9ABB-DEB5-4DC3-A8F9-1752A2D02C85}" dt="2026-07-17T16:20:17.467" v="820"/>
        <pc:sldMkLst>
          <pc:docMk/>
          <pc:sldMk cId="3518292393" sldId="511"/>
        </pc:sldMkLst>
      </pc:sldChg>
      <pc:sldChg chg="add del">
        <pc:chgData name="ambleic@clemson.edu" userId="43615028507_tp_box_2" providerId="OAuth2" clId="{5F4B9ABB-DEB5-4DC3-A8F9-1752A2D02C85}" dt="2026-07-17T16:23:00.575" v="844"/>
        <pc:sldMkLst>
          <pc:docMk/>
          <pc:sldMk cId="3317597713" sldId="512"/>
        </pc:sldMkLst>
      </pc:sldChg>
      <pc:sldChg chg="addSp modSp add mod addAnim delAnim modAnim">
        <pc:chgData name="ambleic@clemson.edu" userId="43615028507_tp_box_2" providerId="OAuth2" clId="{5F4B9ABB-DEB5-4DC3-A8F9-1752A2D02C85}" dt="2026-07-17T16:29:45.491" v="1216" actId="1035"/>
        <pc:sldMkLst>
          <pc:docMk/>
          <pc:sldMk cId="3702558034" sldId="513"/>
        </pc:sldMkLst>
        <pc:spChg chg="mod">
          <ac:chgData name="ambleic@clemson.edu" userId="43615028507_tp_box_2" providerId="OAuth2" clId="{5F4B9ABB-DEB5-4DC3-A8F9-1752A2D02C85}" dt="2026-07-17T16:29:45.491" v="1216" actId="1035"/>
          <ac:spMkLst>
            <pc:docMk/>
            <pc:sldMk cId="3702558034" sldId="513"/>
            <ac:spMk id="2" creationId="{8BB6C9CE-AD2A-2CA4-1B2C-C7724D1F1A41}"/>
          </ac:spMkLst>
        </pc:spChg>
        <pc:spChg chg="mod">
          <ac:chgData name="ambleic@clemson.edu" userId="43615028507_tp_box_2" providerId="OAuth2" clId="{5F4B9ABB-DEB5-4DC3-A8F9-1752A2D02C85}" dt="2026-07-17T16:28:34.171" v="1202" actId="1076"/>
          <ac:spMkLst>
            <pc:docMk/>
            <pc:sldMk cId="3702558034" sldId="513"/>
            <ac:spMk id="3" creationId="{B37907FC-6232-9309-0549-616B8C8F179B}"/>
          </ac:spMkLst>
        </pc:spChg>
        <pc:spChg chg="add mod ord">
          <ac:chgData name="ambleic@clemson.edu" userId="43615028507_tp_box_2" providerId="OAuth2" clId="{5F4B9ABB-DEB5-4DC3-A8F9-1752A2D02C85}" dt="2026-07-17T16:28:34.171" v="1202" actId="1076"/>
          <ac:spMkLst>
            <pc:docMk/>
            <pc:sldMk cId="3702558034" sldId="513"/>
            <ac:spMk id="4" creationId="{D6C421F6-423B-3E4F-E52D-E1F5735F68C3}"/>
          </ac:spMkLst>
        </pc:spChg>
      </pc:sldChg>
      <pc:sldChg chg="add del">
        <pc:chgData name="ambleic@clemson.edu" userId="43615028507_tp_box_2" providerId="OAuth2" clId="{5F4B9ABB-DEB5-4DC3-A8F9-1752A2D02C85}" dt="2026-07-17T16:35:32.016" v="1220"/>
        <pc:sldMkLst>
          <pc:docMk/>
          <pc:sldMk cId="3971278172" sldId="5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AF425-8C74-4DBA-B5D2-9BAAD86D5D4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BE975-A41D-47EA-8DF1-0AFC9A3B1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8F7-07E8-7323-7F6A-E039966F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6638-B674-A268-8B34-2CB1C7A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391C4-72C0-AF2B-6E99-E81F196E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F67-14ED-DAE9-B476-43ABC3380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4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replace with official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BE975-A41D-47EA-8DF1-0AFC9A3B1F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91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need to update image one </a:t>
            </a:r>
            <a:r>
              <a:rPr lang="en-US" dirty="0" err="1"/>
              <a:t>github</a:t>
            </a:r>
            <a:r>
              <a:rPr lang="en-US" dirty="0"/>
              <a:t> is complete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61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C4B1-EADE-D07A-B6D1-978E7B7B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33641-F014-2647-CFFE-9799DD215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9DF42-3F21-6352-64CD-CFAB08956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need to update image one </a:t>
            </a:r>
            <a:r>
              <a:rPr lang="en-US" dirty="0" err="1"/>
              <a:t>github</a:t>
            </a:r>
            <a:r>
              <a:rPr lang="en-US" dirty="0"/>
              <a:t> is complete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D7A80-B3DC-0634-3C0B-F360752E5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C28C-E6E7-0259-4572-E454B27E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57949-78A3-A522-0B20-348B73D23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AA976-4D1A-D8C7-7F97-94A0579D7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need to update image one </a:t>
            </a:r>
            <a:r>
              <a:rPr lang="en-US" dirty="0" err="1"/>
              <a:t>github</a:t>
            </a:r>
            <a:r>
              <a:rPr lang="en-US" dirty="0"/>
              <a:t> is complete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64F9A-36E9-E59B-4875-2249D4062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30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NPT EXPECTED TO FOLLOW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header to slides/transitions to slides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64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02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45A4A-0340-4030-8DF6-B0876EC10D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80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BFD0-158E-E109-E60B-1F3080602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AD1BF-928E-FB2B-798B-02ADFF632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4520-9A8C-6F8C-9876-6410D0D8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D6E1-3138-43B5-8352-A04A80F4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03020-1B1E-6EBC-CC50-B99280B0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3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6400-DFE3-017B-E595-F36FCF5E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2A78-0B41-D116-5B0A-2969FAF42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5D1D6-559B-6F68-3BD5-30115400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8D865-94D8-A9AE-ABB0-AAB349C9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81B4-D1E5-4B59-3F6F-51875A07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681-EB04-7538-0E3B-A891AAD7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DE3D6-F682-324A-4552-649F4856D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56253-1767-A851-D085-262067E2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50B0D-1BD7-C2C2-FE80-A824EA0A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69E66-9A7F-BDBD-7610-7EF26F20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42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E9D7-D3B8-2972-8DA6-0177A696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78AC5-6CD5-D684-1D77-D6A940986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0B81E-8850-F182-8DB2-68260180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8A5A1-767C-0D34-6595-4DF8BCF5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84CD7-D784-943C-46DB-D6DCA900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D26D4-2C42-0057-913D-60F8FB6E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924D2-9437-C79D-AF32-0D0BAADD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A92A2-BDA1-1F90-977E-872B66711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72CA4-E4CF-D98A-8496-4E44576E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9DC57-70D1-2E06-0CEB-F5A5EE542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42E768-F379-6D4E-0EA9-FFC5F568C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500759-C066-70F9-2883-20ACC3F9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6927A-3B80-C676-F4F8-5389C887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1D71E-4F9A-7F18-45D4-B755D91E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0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89F9-63A0-84EE-7CB0-E3433474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93787-8CC0-A128-1B60-E9C515C2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0A1DA-60E6-EE3B-5315-9B874987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02985-5628-5B8E-DEDB-BF53DEF5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3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885E8-1B18-F953-A379-59828013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C15CE-3522-76CC-D4F6-9788BC70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891B9-6308-ED0E-62C7-8F484CA6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6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A40C-DDBC-625A-A919-F07D7A14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8F07D-8CCE-1EE3-2743-9C36FADB2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BC73F-A817-3809-004E-F4BDCD79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DE0C8-05AB-04F2-C52A-174F6B6B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40785-A890-72E2-3A37-D754EA56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BE61F-519B-7B97-BFB9-059023E5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2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D70F-C912-1AA6-1339-E0C18EB7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4239C-5AFA-51DC-901F-8492083F3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09330-0B68-1853-1FB1-B9BB67320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EACD7-C9DF-3648-C632-BE4BC35F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12C28-7685-6462-FCE0-C2CB2B3A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711DA-DBB8-4687-FF3F-C3F34B7E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7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6BFA-A816-A5DF-A109-1A253752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5D94A-9725-055A-E132-E41D33812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CBEB4-D787-BFD2-9100-4636FDBF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AC53F-7561-9886-600B-0E2BD68E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D1562-DC49-44AF-4FD9-1B3BFCAA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5D452-7CDE-C5B8-92DC-8D7B59384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25B98-4840-D106-AA65-FD76F5791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DF64B-FCF5-0D0F-467C-FD6C2405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85F29-C79E-C51D-11E1-066D14D5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E4436-511A-50A7-C5EE-0225C973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9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83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23C03-69D3-DF27-68FE-77E3B619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C583F-0AAC-0795-F7EB-B2833705B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A4F65-A93D-A677-E79E-EA31F43EB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4D5B1-19B2-4EC6-BF4F-98D41591CA5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187DF-7D82-1C5B-370E-B9E72D7E1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5DBA1-0774-948B-B710-6B4144B8B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41C65-51F1-462F-863B-39638E719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3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FCFA4-6414-D3C2-2637-E4DB7977EB5E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Lecture Overview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A3C47-38BF-4381-9A13-2A6F8DC3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61711"/>
              </p:ext>
            </p:extLst>
          </p:nvPr>
        </p:nvGraphicFramePr>
        <p:xfrm>
          <a:off x="833120" y="1422400"/>
          <a:ext cx="10525760" cy="494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2880">
                  <a:extLst>
                    <a:ext uri="{9D8B030D-6E8A-4147-A177-3AD203B41FA5}">
                      <a16:colId xmlns:a16="http://schemas.microsoft.com/office/drawing/2014/main" val="4229281968"/>
                    </a:ext>
                  </a:extLst>
                </a:gridCol>
                <a:gridCol w="5262880">
                  <a:extLst>
                    <a:ext uri="{9D8B030D-6E8A-4147-A177-3AD203B41FA5}">
                      <a16:colId xmlns:a16="http://schemas.microsoft.com/office/drawing/2014/main" val="1163233261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90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General Housekeeping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56744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Task Overviews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215688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Goal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146390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Roadmap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71090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Course Format 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377721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GitHub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875425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Activity: Forking 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16–22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91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20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64828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05056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52294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761564"/>
            <a:ext cx="744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included tasks. All outputs listed on these slides should be uploaded to the 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16555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25403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2631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024-0750-4088-A4B4-64B56225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04A8-1BC0-BEF9-D316-657EC87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8000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Overviews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9EE78A-44FA-685D-EC14-5A698DE5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90738"/>
              </p:ext>
            </p:extLst>
          </p:nvPr>
        </p:nvGraphicFramePr>
        <p:xfrm>
          <a:off x="472439" y="1500453"/>
          <a:ext cx="11247121" cy="21034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79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647"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1:</a:t>
                      </a:r>
                      <a:r>
                        <a:rPr lang="en-US" sz="22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2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Forking GitHub</a:t>
                      </a:r>
                      <a:endParaRPr lang="en-US" sz="220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will walk through how to </a:t>
                      </a:r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fork the course repository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 GitHub to create your own personal copy. </a:t>
                      </a:r>
                      <a:r>
                        <a:rPr lang="en-US" sz="220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will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create the fork, navigate to it, and open it so it’s ready to work in during the lab.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ADB0E6B-AEF9-C0F2-3B56-FC08E8CE6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7474" y="203984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0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3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405408"/>
            <a:ext cx="10515600" cy="1656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From the activity (see previous slide), you should get your own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of the lab’s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— a personal copy of the course repo hosted under your own GitHub account. By the end, your fork will be ready to open and work in during the lab.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168361"/>
              </p:ext>
            </p:extLst>
          </p:nvPr>
        </p:nvGraphicFramePr>
        <p:xfrm>
          <a:off x="774700" y="3450147"/>
          <a:ext cx="10642600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fork — github.com/your-username/course-repo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personal copy of the lab’s GitHub repository </a:t>
                      </a: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saved under your own GitHub account, which you fully control — browse files, make changes, and open pull requests throughout the lab.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17451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505" y="79845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4184-A140-C2C2-7652-007FE005B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quick note before we dive in:</a:t>
            </a:r>
            <a:r>
              <a:rPr lang="en-US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is an AI course — not an intro to GitHub. The tools we'll touch on are just that: tools, meant to support the real work, which is your modeling. We'll give you enough to feel confident and keep moving. And if you hit a snag along the way, don't worry — this is just a small piece of the picture, not the focus. If something sparks your curiosity or you want to go further, our door is always open.</a:t>
            </a:r>
            <a:endParaRPr lang="en-US" sz="3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146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2F21-7B35-A8EE-D32F-B73054AB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0F767B-87B2-CE29-6066-B647B088C4EF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GitHub Overview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886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 Is GitHub?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2449" y="1379220"/>
            <a:ext cx="1100137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 is a platform for storing, sharing, and collaborating on code and files. Think of it as a shared folder in the cloud — but with version history, quality checks, and structure.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2450" y="2670810"/>
            <a:ext cx="5120640" cy="1524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1277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2110" y="281178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Repository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42110" y="3329940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collection of folders on GitHub. Our class has one shared repository, made up of </a:t>
            </a:r>
            <a:r>
              <a:rPr lang="en-US" sz="1533" dirty="0">
                <a:solidFill>
                  <a:srgbClr val="3E4B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many</a:t>
            </a:r>
            <a:r>
              <a:rPr lang="en-US" sz="1533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folders.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33185" y="2670810"/>
            <a:ext cx="5120640" cy="1524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065" y="311277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8545" y="281178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Fork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408545" y="3238500"/>
            <a:ext cx="3745230" cy="775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0" dirty="0">
                <a:solidFill>
                  <a:srgbClr val="3E4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own copy of the class repository on your GitHub account. You work here freely without affecting the original.</a:t>
            </a:r>
          </a:p>
        </p:txBody>
      </p:sp>
      <p:sp>
        <p:nvSpPr>
          <p:cNvPr id="12" name="Shape 8"/>
          <p:cNvSpPr/>
          <p:nvPr/>
        </p:nvSpPr>
        <p:spPr>
          <a:xfrm>
            <a:off x="552450" y="4815840"/>
            <a:ext cx="5120640" cy="1524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7685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2110" y="4939665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Push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642110" y="5476875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you will upload your local changes from VS Code to GitHub. We will walk through this together in Activity 0. 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33185" y="4815840"/>
            <a:ext cx="5120640" cy="152400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065" y="51816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4265" y="4923473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Pull Request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454265" y="5448300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request to merge your work into the main repository. This is where the agent checks your work.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Tabs You'll Use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10134"/>
            <a:ext cx="10363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don't need to know everything on GitHub — just these three tabs.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05853" y="1926414"/>
            <a:ext cx="9980295" cy="121920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26" y="2215974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09704" y="2366088"/>
            <a:ext cx="79343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Code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26014" y="2270076"/>
            <a:ext cx="67686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Browse all files in the repository. This is the home page. You'll see the shared data folder and all student folders here. Click into folders to see their contents.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97280" y="3513660"/>
            <a:ext cx="9985248" cy="1216152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826" y="3808173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09704" y="3767025"/>
            <a:ext cx="145732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Pull </a:t>
            </a:r>
          </a:p>
          <a:p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Requests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926013" y="3710827"/>
            <a:ext cx="6768657" cy="834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Where your submissions live. When you push your work and open a pull request, it shows up here. You can see the agent's feedback, check if your submission passed, and track your progress.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097280" y="5097858"/>
            <a:ext cx="9985248" cy="1216152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826" y="5385894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09704" y="5492574"/>
            <a:ext cx="120205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926013" y="5437264"/>
            <a:ext cx="676865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Where the automated agent runs. You can click into a run to see exactly what the agent checked and why it passed or failed. Useful for debugging.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4B38-74C7-6F9E-188E-A4601B06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6C1839-B170-704C-56F3-C68DC0657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72" y="1058037"/>
            <a:ext cx="10750653" cy="54875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07C3955-7E70-3978-B689-D06FD72C31EF}"/>
              </a:ext>
            </a:extLst>
          </p:cNvPr>
          <p:cNvSpPr/>
          <p:nvPr/>
        </p:nvSpPr>
        <p:spPr>
          <a:xfrm>
            <a:off x="914399" y="170307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Course’s Repository </a:t>
            </a:r>
            <a:endParaRPr lang="en-US" sz="4267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79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A7C591-ADAA-565D-5D2F-0B1847A74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81" y="428294"/>
            <a:ext cx="11757439" cy="60014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D4FAFA-C873-B357-A4CD-7EC3CB680FB4}"/>
              </a:ext>
            </a:extLst>
          </p:cNvPr>
          <p:cNvSpPr/>
          <p:nvPr/>
        </p:nvSpPr>
        <p:spPr>
          <a:xfrm>
            <a:off x="1752599" y="2054831"/>
            <a:ext cx="6384533" cy="2987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77557A-A1AB-37D1-BA40-9DA57C979F5C}"/>
              </a:ext>
            </a:extLst>
          </p:cNvPr>
          <p:cNvCxnSpPr>
            <a:cxnSpLocks/>
            <a:stCxn id="14" idx="1"/>
            <a:endCxn id="8" idx="2"/>
          </p:cNvCxnSpPr>
          <p:nvPr/>
        </p:nvCxnSpPr>
        <p:spPr>
          <a:xfrm flipH="1" flipV="1">
            <a:off x="4944866" y="2353531"/>
            <a:ext cx="1994403" cy="26422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BFCC4F-A09E-3946-79CB-AACF6042451B}"/>
              </a:ext>
            </a:extLst>
          </p:cNvPr>
          <p:cNvSpPr/>
          <p:nvPr/>
        </p:nvSpPr>
        <p:spPr>
          <a:xfrm>
            <a:off x="258376" y="418341"/>
            <a:ext cx="625256" cy="288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1A68C70-5F81-7D60-C7FE-1D4F1D1F62E2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71004" y="717276"/>
            <a:ext cx="1638701" cy="32627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2782D2-6E0D-FAF5-A862-77B75F943E84}"/>
              </a:ext>
            </a:extLst>
          </p:cNvPr>
          <p:cNvSpPr txBox="1"/>
          <p:nvPr/>
        </p:nvSpPr>
        <p:spPr>
          <a:xfrm>
            <a:off x="571004" y="3980068"/>
            <a:ext cx="3277402" cy="230832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Code Tab</a:t>
            </a:r>
          </a:p>
          <a:p>
            <a:endParaRPr lang="en-US" dirty="0"/>
          </a:p>
          <a:p>
            <a:pPr algn="ctr"/>
            <a:r>
              <a:rPr lang="en-US" dirty="0"/>
              <a:t>The Code tab contains the repository’s files and folders, branch selector, commit history, and README file. Think of it as the </a:t>
            </a:r>
            <a:r>
              <a:rPr lang="en-US" u="sng" dirty="0"/>
              <a:t>main folder directory</a:t>
            </a:r>
            <a:r>
              <a:rPr lang="en-US" dirty="0"/>
              <a:t> for the project.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85A1EB-588C-5F1A-6487-E2EFC906A7B0}"/>
              </a:ext>
            </a:extLst>
          </p:cNvPr>
          <p:cNvSpPr txBox="1"/>
          <p:nvPr/>
        </p:nvSpPr>
        <p:spPr>
          <a:xfrm>
            <a:off x="6939269" y="3980068"/>
            <a:ext cx="3277402" cy="203132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Lab-Materials Folder</a:t>
            </a:r>
          </a:p>
          <a:p>
            <a:endParaRPr lang="en-US" dirty="0"/>
          </a:p>
          <a:p>
            <a:pPr algn="ctr"/>
            <a:r>
              <a:rPr lang="en-US" dirty="0"/>
              <a:t>We will be working out of the </a:t>
            </a:r>
            <a:r>
              <a:rPr lang="en-US" u="sng" dirty="0"/>
              <a:t>Lab-Materials</a:t>
            </a:r>
            <a:r>
              <a:rPr lang="en-US" dirty="0"/>
              <a:t> folder for our lab. The additional folders are for our website and additional lecture materials. </a:t>
            </a:r>
          </a:p>
        </p:txBody>
      </p:sp>
    </p:spTree>
    <p:extLst>
      <p:ext uri="{BB962C8B-B14F-4D97-AF65-F5344CB8AC3E}">
        <p14:creationId xmlns:p14="http://schemas.microsoft.com/office/powerpoint/2010/main" val="347157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1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2177-D41D-E59A-EC1C-3C468739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89E10E-D1C0-7855-E13B-2102713BD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81" y="428294"/>
            <a:ext cx="11757439" cy="60014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4B9A16-EBF4-2D14-7F23-CDC28C5405ED}"/>
              </a:ext>
            </a:extLst>
          </p:cNvPr>
          <p:cNvSpPr/>
          <p:nvPr/>
        </p:nvSpPr>
        <p:spPr>
          <a:xfrm>
            <a:off x="1439970" y="416426"/>
            <a:ext cx="1118295" cy="288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284AD3D-76D0-BA02-0F65-354A0D40CA8B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1999118" y="705408"/>
            <a:ext cx="6354995" cy="27235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F1E485-B82B-EEC6-7566-34BAF4776E9F}"/>
              </a:ext>
            </a:extLst>
          </p:cNvPr>
          <p:cNvSpPr txBox="1"/>
          <p:nvPr/>
        </p:nvSpPr>
        <p:spPr>
          <a:xfrm>
            <a:off x="6096000" y="3429000"/>
            <a:ext cx="4516226" cy="2585323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Pull Requests Tab</a:t>
            </a:r>
          </a:p>
          <a:p>
            <a:endParaRPr lang="en-US" dirty="0"/>
          </a:p>
          <a:p>
            <a:pPr algn="ctr"/>
            <a:r>
              <a:rPr lang="en-US" dirty="0"/>
              <a:t>A pull request (PR) is a proposed change to the main repository. The Pull Requests tab is where contributors </a:t>
            </a:r>
            <a:r>
              <a:rPr lang="en-US" b="1" dirty="0"/>
              <a:t>submit changes, discuss updates, review code, and merge approved changes</a:t>
            </a:r>
            <a:r>
              <a:rPr lang="en-US" dirty="0"/>
              <a:t> into the project. We will walk through how to create a pull request later in the lab.</a:t>
            </a:r>
          </a:p>
        </p:txBody>
      </p:sp>
    </p:spTree>
    <p:extLst>
      <p:ext uri="{BB962C8B-B14F-4D97-AF65-F5344CB8AC3E}">
        <p14:creationId xmlns:p14="http://schemas.microsoft.com/office/powerpoint/2010/main" val="38857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DB48-46B0-D356-E222-1022C874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EB9D29-8FF3-B803-7598-350AB728B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81" y="428294"/>
            <a:ext cx="11757439" cy="60014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34AE039-B23C-E2F1-2768-6CAE5B20ADF7}"/>
              </a:ext>
            </a:extLst>
          </p:cNvPr>
          <p:cNvSpPr/>
          <p:nvPr/>
        </p:nvSpPr>
        <p:spPr>
          <a:xfrm>
            <a:off x="3215811" y="428294"/>
            <a:ext cx="678094" cy="28898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0CFD5C0-A77B-B10A-EC81-91F4C0D9BBAD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3554858" y="717276"/>
            <a:ext cx="2258113" cy="29911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EF873D-AC56-96B8-39A9-84529E8F142F}"/>
              </a:ext>
            </a:extLst>
          </p:cNvPr>
          <p:cNvSpPr txBox="1"/>
          <p:nvPr/>
        </p:nvSpPr>
        <p:spPr>
          <a:xfrm>
            <a:off x="3554858" y="3708446"/>
            <a:ext cx="4516226" cy="286232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Actions Tab</a:t>
            </a:r>
          </a:p>
          <a:p>
            <a:endParaRPr lang="en-US" dirty="0"/>
          </a:p>
          <a:p>
            <a:pPr algn="ctr"/>
            <a:r>
              <a:rPr lang="en-US" dirty="0"/>
              <a:t>The Actions tab is the central dashboard for monitoring, managing, and manually running automated workflows within a repository. In this lab, it is where you can </a:t>
            </a:r>
            <a:r>
              <a:rPr lang="en-US" b="1" dirty="0"/>
              <a:t>view</a:t>
            </a:r>
            <a:r>
              <a:rPr lang="en-US" dirty="0"/>
              <a:t> the status of agent-driven </a:t>
            </a:r>
            <a:r>
              <a:rPr lang="en-US" b="1" dirty="0"/>
              <a:t>submission checks</a:t>
            </a:r>
            <a:r>
              <a:rPr lang="en-US" dirty="0"/>
              <a:t>, </a:t>
            </a:r>
            <a:r>
              <a:rPr lang="en-US" b="1" dirty="0"/>
              <a:t>monitor workflow progress</a:t>
            </a:r>
            <a:r>
              <a:rPr lang="en-US" dirty="0"/>
              <a:t>, and </a:t>
            </a:r>
            <a:r>
              <a:rPr lang="en-US" b="1" dirty="0"/>
              <a:t>identify</a:t>
            </a:r>
            <a:r>
              <a:rPr lang="en-US" dirty="0"/>
              <a:t> any </a:t>
            </a:r>
            <a:r>
              <a:rPr lang="en-US" b="1" dirty="0"/>
              <a:t>errors </a:t>
            </a:r>
            <a:r>
              <a:rPr lang="en-US" dirty="0"/>
              <a:t>or </a:t>
            </a:r>
            <a:r>
              <a:rPr lang="en-US" b="1" dirty="0"/>
              <a:t>successful submission</a:t>
            </a:r>
            <a:r>
              <a:rPr lang="en-US" dirty="0"/>
              <a:t>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385300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04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Workflow: How will we use GitHub?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18135" y="1779270"/>
            <a:ext cx="2560320" cy="3413760"/>
          </a:xfrm>
          <a:prstGeom prst="rect">
            <a:avLst/>
          </a:prstGeom>
          <a:solidFill>
            <a:srgbClr val="EFF6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2400" dirty="0"/>
              <a:t>                                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35" y="2025015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1015" y="294132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Work Locally (Fork)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1015" y="348615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Edit rules, generate code,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run scripts in VS Code.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329940" y="1779270"/>
            <a:ext cx="2560320" cy="341376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340" y="2025015"/>
            <a:ext cx="731520" cy="731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52825" y="2931795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 GitHub</a:t>
            </a:r>
            <a:endParaRPr lang="en-US" sz="2133" dirty="0"/>
          </a:p>
        </p:txBody>
      </p:sp>
      <p:sp>
        <p:nvSpPr>
          <p:cNvPr id="11" name="Text 6"/>
          <p:cNvSpPr/>
          <p:nvPr/>
        </p:nvSpPr>
        <p:spPr>
          <a:xfrm>
            <a:off x="3512820" y="348615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your changes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be checked.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6341745" y="1779270"/>
            <a:ext cx="2560320" cy="341376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145" y="2025015"/>
            <a:ext cx="731520" cy="7315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24625" y="293751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Agent checks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524625" y="355854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Automated checks run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submission.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313545" y="1781175"/>
            <a:ext cx="2560320" cy="341376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945" y="2025015"/>
            <a:ext cx="731520" cy="7315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496425" y="295656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A1A2E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Merge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9496425" y="363855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 checks pass, your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work merges to your folder in the main repository.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914400" y="5833110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will repeat this cycle for each phase of the lab. Push early and often — the agent gives you feedback each time and helps you keep record of all your changes.</a:t>
            </a:r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F1EF7-A864-3BF2-6251-1196ABEB33CC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2878455" y="3486150"/>
            <a:ext cx="4514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C3A217-136C-B86B-7F99-85ED537CB43C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5890260" y="3486150"/>
            <a:ext cx="4514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E3BFE5-7D01-39FD-EEEF-91466CFA85D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902065" y="3486150"/>
            <a:ext cx="411480" cy="19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877-1225-C3D0-9479-0BE2D864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58C938-464E-BBF5-BEDC-1ABB83DCB4B6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Activity: Forking GitHub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1" y="111821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4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2707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Fork?</a:t>
            </a:r>
            <a:endParaRPr lang="en-US" sz="4267" dirty="0">
              <a:solidFill>
                <a:srgbClr val="7030A0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0352EB-E49D-267E-8C1A-0EEC072C900C}"/>
              </a:ext>
            </a:extLst>
          </p:cNvPr>
          <p:cNvSpPr/>
          <p:nvPr/>
        </p:nvSpPr>
        <p:spPr>
          <a:xfrm>
            <a:off x="552450" y="1485900"/>
            <a:ext cx="11087100" cy="1428750"/>
          </a:xfrm>
          <a:prstGeom prst="round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CE4E42-6A52-06EE-1C0A-6CFB3BEC7A25}"/>
              </a:ext>
            </a:extLst>
          </p:cNvPr>
          <p:cNvSpPr/>
          <p:nvPr/>
        </p:nvSpPr>
        <p:spPr>
          <a:xfrm>
            <a:off x="552450" y="3126770"/>
            <a:ext cx="11087100" cy="1428750"/>
          </a:xfrm>
          <a:prstGeom prst="roundRect">
            <a:avLst/>
          </a:prstGeom>
          <a:solidFill>
            <a:srgbClr val="EAEAE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1635258-CC78-F76C-075F-3073F7C38B86}"/>
              </a:ext>
            </a:extLst>
          </p:cNvPr>
          <p:cNvSpPr/>
          <p:nvPr/>
        </p:nvSpPr>
        <p:spPr>
          <a:xfrm>
            <a:off x="552450" y="4777165"/>
            <a:ext cx="11087100" cy="1428750"/>
          </a:xfrm>
          <a:prstGeom prst="roundRect">
            <a:avLst/>
          </a:prstGeom>
          <a:solidFill>
            <a:srgbClr val="E8F8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527523"/>
            <a:ext cx="10363200" cy="1345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fork is </a:t>
            </a:r>
            <a:r>
              <a:rPr lang="en-US" sz="3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your own complete copy of a repository</a:t>
            </a:r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on your GitHub account.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802904-4110-2E65-27B4-F2BABE47A33F}"/>
              </a:ext>
            </a:extLst>
          </p:cNvPr>
          <p:cNvSpPr txBox="1"/>
          <p:nvPr/>
        </p:nvSpPr>
        <p:spPr>
          <a:xfrm>
            <a:off x="914400" y="3256369"/>
            <a:ext cx="10363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 can </a:t>
            </a:r>
            <a:r>
              <a:rPr lang="en-US" sz="3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freely edit your fork</a:t>
            </a:r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without affecting the original.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F2D63-E4FC-96C5-64FA-444B4A1BB8FA}"/>
              </a:ext>
            </a:extLst>
          </p:cNvPr>
          <p:cNvSpPr txBox="1"/>
          <p:nvPr/>
        </p:nvSpPr>
        <p:spPr>
          <a:xfrm>
            <a:off x="914400" y="4906764"/>
            <a:ext cx="10363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you're ready, you </a:t>
            </a:r>
            <a:r>
              <a:rPr lang="en-US" sz="3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submit a pull request</a:t>
            </a:r>
            <a:r>
              <a:rPr lang="en-US" sz="3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merge your changes back.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3" grpId="0" animBg="1"/>
      <p:bldP spid="31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34D5F-AC76-B030-0753-52651662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97" y="1293109"/>
            <a:ext cx="9858207" cy="50806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918D2C-F093-7E39-42F3-0632370F3FB3}"/>
              </a:ext>
            </a:extLst>
          </p:cNvPr>
          <p:cNvSpPr/>
          <p:nvPr/>
        </p:nvSpPr>
        <p:spPr>
          <a:xfrm>
            <a:off x="7924801" y="1571625"/>
            <a:ext cx="1066800" cy="3429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DA7D47-749A-A380-0AC2-7310DFC607A8}"/>
              </a:ext>
            </a:extLst>
          </p:cNvPr>
          <p:cNvSpPr txBox="1"/>
          <p:nvPr/>
        </p:nvSpPr>
        <p:spPr>
          <a:xfrm>
            <a:off x="4591050" y="3752850"/>
            <a:ext cx="2705100" cy="230832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1: Clicking ‘Fork’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 start the process of creating your ‘Fork’ of our GitHub repository, click the ‘Fork’ button in the upper right corner of the repository.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D19A7E-9120-549E-C6AE-C52CBBF03A3F}"/>
              </a:ext>
            </a:extLst>
          </p:cNvPr>
          <p:cNvCxnSpPr>
            <a:stCxn id="2" idx="0"/>
            <a:endCxn id="4" idx="2"/>
          </p:cNvCxnSpPr>
          <p:nvPr/>
        </p:nvCxnSpPr>
        <p:spPr>
          <a:xfrm flipV="1">
            <a:off x="5943600" y="1914525"/>
            <a:ext cx="2514601" cy="18383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DC9CA02D-47DD-3EB7-98E9-DF5EBF793ACB}"/>
              </a:ext>
            </a:extLst>
          </p:cNvPr>
          <p:cNvSpPr/>
          <p:nvPr/>
        </p:nvSpPr>
        <p:spPr>
          <a:xfrm>
            <a:off x="914399" y="170307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with the Course Repository</a:t>
            </a:r>
            <a:endParaRPr lang="en-US" sz="4267" dirty="0">
              <a:solidFill>
                <a:srgbClr val="7030A0"/>
              </a:solidFill>
            </a:endParaRPr>
          </a:p>
        </p:txBody>
      </p:sp>
      <p:pic>
        <p:nvPicPr>
          <p:cNvPr id="5" name="Picture 4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7" y="95359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7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229B9-ED99-0907-5C72-C6523B8C3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96" y="394285"/>
            <a:ext cx="11827608" cy="6069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CAD403-3059-E96F-4445-447DD0D4E448}"/>
              </a:ext>
            </a:extLst>
          </p:cNvPr>
          <p:cNvSpPr txBox="1"/>
          <p:nvPr/>
        </p:nvSpPr>
        <p:spPr>
          <a:xfrm>
            <a:off x="466725" y="2181225"/>
            <a:ext cx="2705100" cy="34163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Creating a New Fork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Prior to clicking the ‘Create fork’ button, you can set some customizations such as the name of the repository. You will also want to double check that the correct `owner` is selected.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63AD8-3042-5C52-50FC-7D75419ADA17}"/>
              </a:ext>
            </a:extLst>
          </p:cNvPr>
          <p:cNvSpPr/>
          <p:nvPr/>
        </p:nvSpPr>
        <p:spPr>
          <a:xfrm>
            <a:off x="3400426" y="1800225"/>
            <a:ext cx="2971799" cy="62865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3D6A8-3B52-77EA-2860-F28BE4FFDE10}"/>
              </a:ext>
            </a:extLst>
          </p:cNvPr>
          <p:cNvSpPr/>
          <p:nvPr/>
        </p:nvSpPr>
        <p:spPr>
          <a:xfrm>
            <a:off x="7705725" y="4419600"/>
            <a:ext cx="971550" cy="4667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4944F7-D29C-4F00-075E-6FCA0DBC0AD3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 flipV="1">
            <a:off x="3171825" y="2428875"/>
            <a:ext cx="1714501" cy="146051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0E1EF4-FF88-3DD2-DB9F-42E17FAC81B2}"/>
              </a:ext>
            </a:extLst>
          </p:cNvPr>
          <p:cNvSpPr txBox="1"/>
          <p:nvPr/>
        </p:nvSpPr>
        <p:spPr>
          <a:xfrm>
            <a:off x="9439275" y="2609850"/>
            <a:ext cx="2286000" cy="17543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Once you are ready to copy the repository over to your account, click the ‘Create fork’ button.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710A37-305E-98F7-BE01-3EC42C09945E}"/>
              </a:ext>
            </a:extLst>
          </p:cNvPr>
          <p:cNvCxnSpPr>
            <a:stCxn id="8" idx="1"/>
            <a:endCxn id="5" idx="0"/>
          </p:cNvCxnSpPr>
          <p:nvPr/>
        </p:nvCxnSpPr>
        <p:spPr>
          <a:xfrm flipH="1">
            <a:off x="8191500" y="3487013"/>
            <a:ext cx="1247775" cy="93258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0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D2AEEE-7EBB-7514-510F-8FD0FCE41BB3}"/>
              </a:ext>
            </a:extLst>
          </p:cNvPr>
          <p:cNvSpPr/>
          <p:nvPr/>
        </p:nvSpPr>
        <p:spPr>
          <a:xfrm>
            <a:off x="914399" y="170307"/>
            <a:ext cx="103632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Navigating to our Fork</a:t>
            </a:r>
            <a:endParaRPr lang="en-US" sz="4267" dirty="0">
              <a:solidFill>
                <a:srgbClr val="7030A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D70E1-879C-2A22-39E2-ACDB6F082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47" y="1063508"/>
            <a:ext cx="10329507" cy="56241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85D014-B847-CCE4-2AE4-F0347EDA9522}"/>
              </a:ext>
            </a:extLst>
          </p:cNvPr>
          <p:cNvSpPr/>
          <p:nvPr/>
        </p:nvSpPr>
        <p:spPr>
          <a:xfrm>
            <a:off x="10801350" y="1063508"/>
            <a:ext cx="381000" cy="37476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4DDBAA-4AFD-30D3-97D0-38C04CC53172}"/>
              </a:ext>
            </a:extLst>
          </p:cNvPr>
          <p:cNvSpPr/>
          <p:nvPr/>
        </p:nvSpPr>
        <p:spPr>
          <a:xfrm>
            <a:off x="9544049" y="2120783"/>
            <a:ext cx="1514475" cy="37476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05C8E-D019-67A5-C2B9-3FE7FA9F5787}"/>
              </a:ext>
            </a:extLst>
          </p:cNvPr>
          <p:cNvSpPr txBox="1"/>
          <p:nvPr/>
        </p:nvSpPr>
        <p:spPr>
          <a:xfrm>
            <a:off x="276225" y="3752850"/>
            <a:ext cx="6038850" cy="286232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1: Navigating to our Fork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Now that we have created our fork, or copy, of the course repository, we need to navigate to it within the list of our own repositories.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First, </a:t>
            </a:r>
            <a:r>
              <a:rPr lang="en-US" b="1" dirty="0"/>
              <a:t>click on your GitHub icon </a:t>
            </a:r>
            <a:r>
              <a:rPr lang="en-US" dirty="0"/>
              <a:t>in the upper right-hand corner. Next, </a:t>
            </a:r>
            <a:r>
              <a:rPr lang="en-US" b="1" dirty="0"/>
              <a:t>click the Repositories menu option</a:t>
            </a:r>
            <a:r>
              <a:rPr lang="en-US" dirty="0"/>
              <a:t>. This will open the list of all repositories that you own under this GitHub account. 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9B0633-6202-7B84-7064-1554EF0782CC}"/>
              </a:ext>
            </a:extLst>
          </p:cNvPr>
          <p:cNvCxnSpPr>
            <a:cxnSpLocks/>
            <a:stCxn id="9" idx="0"/>
            <a:endCxn id="7" idx="1"/>
          </p:cNvCxnSpPr>
          <p:nvPr/>
        </p:nvCxnSpPr>
        <p:spPr>
          <a:xfrm flipV="1">
            <a:off x="3295650" y="1250892"/>
            <a:ext cx="7505700" cy="25019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5534EF-F9CA-ED51-7C5A-3C3F9475F128}"/>
              </a:ext>
            </a:extLst>
          </p:cNvPr>
          <p:cNvCxnSpPr>
            <a:stCxn id="9" idx="3"/>
            <a:endCxn id="8" idx="2"/>
          </p:cNvCxnSpPr>
          <p:nvPr/>
        </p:nvCxnSpPr>
        <p:spPr>
          <a:xfrm flipV="1">
            <a:off x="6315075" y="2495550"/>
            <a:ext cx="3986212" cy="26884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965" y="54913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95E667-0500-17BB-9025-F318BEF3A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32" y="265406"/>
            <a:ext cx="11634536" cy="63271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2E919-9C0E-8A9B-0D10-DB1063C28AEE}"/>
              </a:ext>
            </a:extLst>
          </p:cNvPr>
          <p:cNvSpPr/>
          <p:nvPr/>
        </p:nvSpPr>
        <p:spPr>
          <a:xfrm>
            <a:off x="4004443" y="1460938"/>
            <a:ext cx="6348249" cy="90389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9DEC8-0041-ED3D-0EB5-435A798872FC}"/>
              </a:ext>
            </a:extLst>
          </p:cNvPr>
          <p:cNvSpPr txBox="1"/>
          <p:nvPr/>
        </p:nvSpPr>
        <p:spPr>
          <a:xfrm>
            <a:off x="567558" y="3930868"/>
            <a:ext cx="3258207" cy="230832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Step 2: Opening the Fork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Now that we have navigated over to our own GitHub repositories page, we need to open the fork. To do so, click the title of the repository (</a:t>
            </a:r>
            <a:r>
              <a:rPr lang="en-US" i="1" dirty="0"/>
              <a:t>Blue title</a:t>
            </a:r>
            <a:r>
              <a:rPr lang="en-US" dirty="0"/>
              <a:t>).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0246B1-8F4E-99AC-C3C2-C88AD59AD1AD}"/>
              </a:ext>
            </a:extLst>
          </p:cNvPr>
          <p:cNvCxnSpPr>
            <a:endCxn id="8" idx="2"/>
          </p:cNvCxnSpPr>
          <p:nvPr/>
        </p:nvCxnSpPr>
        <p:spPr>
          <a:xfrm flipV="1">
            <a:off x="3888828" y="2364828"/>
            <a:ext cx="3289740" cy="272217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7B213-2E1A-C6BC-C18D-00A081F3B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17" r="32217" b="40601"/>
          <a:stretch>
            <a:fillRect/>
          </a:stretch>
        </p:blipFill>
        <p:spPr>
          <a:xfrm>
            <a:off x="5320249" y="1492626"/>
            <a:ext cx="6614576" cy="38727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E38248-4BE7-ED83-E743-D6C839600EBA}"/>
              </a:ext>
            </a:extLst>
          </p:cNvPr>
          <p:cNvSpPr txBox="1"/>
          <p:nvPr/>
        </p:nvSpPr>
        <p:spPr>
          <a:xfrm>
            <a:off x="652998" y="1166841"/>
            <a:ext cx="4457701" cy="45243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You should now see your fork (personal copy) of the course GitHub repository in your own GitHub account.</a:t>
            </a:r>
          </a:p>
          <a:p>
            <a:endParaRPr lang="en-US" dirty="0"/>
          </a:p>
          <a:p>
            <a:r>
              <a:rPr lang="en-US" dirty="0"/>
              <a:t>At the top of the page, you should see a message indicating that your branch is up to date with the original repository, along with </a:t>
            </a:r>
            <a:r>
              <a:rPr lang="en-US" i="1" dirty="0"/>
              <a:t>Contribute</a:t>
            </a:r>
            <a:r>
              <a:rPr lang="en-US" dirty="0"/>
              <a:t> and </a:t>
            </a:r>
            <a:r>
              <a:rPr lang="en-US" i="1" dirty="0"/>
              <a:t>Sync</a:t>
            </a:r>
            <a:r>
              <a:rPr lang="en-US" dirty="0"/>
              <a:t> </a:t>
            </a:r>
            <a:r>
              <a:rPr lang="en-US" i="1" dirty="0"/>
              <a:t>fork</a:t>
            </a:r>
            <a:r>
              <a:rPr lang="en-US" dirty="0"/>
              <a:t> buttons. We will discuss different ways to contribute changes back to the original repository later in the lab.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Sync fork</a:t>
            </a:r>
            <a:r>
              <a:rPr lang="en-US" dirty="0"/>
              <a:t> button allows you to pull in updates from the original repository, ensuring that your fork remains current with the latest changes.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C5A01-2A7F-6D30-F997-11AC81F7FD0F}"/>
              </a:ext>
            </a:extLst>
          </p:cNvPr>
          <p:cNvSpPr/>
          <p:nvPr/>
        </p:nvSpPr>
        <p:spPr>
          <a:xfrm>
            <a:off x="9753599" y="3333749"/>
            <a:ext cx="2047875" cy="3333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315EE2-BD9E-D586-7E94-A20C776BF855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5110699" y="3428999"/>
            <a:ext cx="4642900" cy="714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810B05A-78DE-A92F-F5D6-F4ADD0CD2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12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8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1073-92C4-ABC4-3273-BB473010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676C21-F562-0A7C-2136-D9657118E23D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Exploring the Directory Structure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602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C421F6-423B-3E4F-E52D-E1F5735F68C3}"/>
              </a:ext>
            </a:extLst>
          </p:cNvPr>
          <p:cNvSpPr/>
          <p:nvPr/>
        </p:nvSpPr>
        <p:spPr>
          <a:xfrm>
            <a:off x="838200" y="1410132"/>
            <a:ext cx="10429009" cy="12499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6C9CE-AD2A-2CA4-1B2C-C7724D1F1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38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Overview: Lab Directory Structure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907FC-6232-9309-0549-616B8C8F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609" y="1662546"/>
            <a:ext cx="10515600" cy="4738256"/>
          </a:xfrm>
        </p:spPr>
        <p:txBody>
          <a:bodyPr>
            <a:norm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The lab directory is your organized workspace for every hands-on activity in this course.</a:t>
            </a:r>
          </a:p>
          <a:p>
            <a:pPr>
              <a:spcAft>
                <a:spcPts val="1800"/>
              </a:spcAft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 standardized, consistent structure</a:t>
            </a:r>
          </a:p>
          <a:p>
            <a:pPr lvl="1">
              <a:spcBef>
                <a:spcPts val="400"/>
              </a:spcBef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Keeps everyone's code consistent and easy to navigate</a:t>
            </a:r>
          </a:p>
          <a:p>
            <a:pPr lvl="1">
              <a:spcBef>
                <a:spcPts val="400"/>
              </a:spcBef>
              <a:spcAft>
                <a:spcPts val="1800"/>
              </a:spcAft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Each lab activity has its own dedicated folder within the main directory folder (we will cover this on the next slide). 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AI-assisted workflow</a:t>
            </a:r>
          </a:p>
          <a:p>
            <a:pPr lvl="1">
              <a:spcBef>
                <a:spcPts val="400"/>
              </a:spcBef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You'll partner with AI throughout to maintain clean, well-structured output as part of the rules document.  </a:t>
            </a:r>
          </a:p>
        </p:txBody>
      </p:sp>
    </p:spTree>
    <p:extLst>
      <p:ext uri="{BB962C8B-B14F-4D97-AF65-F5344CB8AC3E}">
        <p14:creationId xmlns:p14="http://schemas.microsoft.com/office/powerpoint/2010/main" val="370255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DEB1-206D-A488-A649-5CBE49D8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GitHub + Lab Directory Structure </a:t>
            </a:r>
          </a:p>
        </p:txBody>
      </p:sp>
    </p:spTree>
    <p:extLst>
      <p:ext uri="{BB962C8B-B14F-4D97-AF65-F5344CB8AC3E}">
        <p14:creationId xmlns:p14="http://schemas.microsoft.com/office/powerpoint/2010/main" val="2483214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663B-D8B9-CA1B-E8B5-C6E1A852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 going?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DE6A4-45D2-3CF2-BFE5-ED51DDF03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0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61F2AC8-EF05-4F10-B2A3-BF2733B5C5A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b11750b-d03b-4b73-b806-e85a4cdf6bc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1431</Words>
  <Application>Microsoft Office PowerPoint</Application>
  <PresentationFormat>Widescreen</PresentationFormat>
  <Paragraphs>142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Trebuchet MS</vt:lpstr>
      <vt:lpstr>Office Theme</vt:lpstr>
      <vt:lpstr>Introduction to GitHub</vt:lpstr>
      <vt:lpstr>PowerPoint Presentation</vt:lpstr>
      <vt:lpstr>PowerPoint Presentation</vt:lpstr>
      <vt:lpstr>Task Overviews</vt:lpstr>
      <vt:lpstr>Goal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Overview: Lab Directory Structure  </vt:lpstr>
      <vt:lpstr>Current GitHub + Lab Directory Structure </vt:lpstr>
      <vt:lpstr>Where are we going?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2</cp:revision>
  <dcterms:created xsi:type="dcterms:W3CDTF">2026-06-30T14:49:18Z</dcterms:created>
  <dcterms:modified xsi:type="dcterms:W3CDTF">2026-07-17T16:35:49Z</dcterms:modified>
</cp:coreProperties>
</file>